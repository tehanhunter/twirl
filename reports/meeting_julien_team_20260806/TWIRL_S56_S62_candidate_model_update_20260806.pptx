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adf87635244816" /><Relationship Type="http://schemas.openxmlformats.org/officeDocument/2006/relationships/extended-properties" Target="/docProps/app.xml" Id="R4fc5b0d2e1c340df" /><Relationship Type="http://schemas.openxmlformats.org/officeDocument/2006/relationships/officeDocument" Target="/ppt/presentation.xml" Id="Rc7cf7b4bec524b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dd99ebdb9d4fa6"/>
  </p:sldMasterIdLst>
  <p:notesMasterIdLst>
    <p:notesMasterId xmlns:r="http://schemas.openxmlformats.org/officeDocument/2006/relationships" r:id="R6248281bd8e241c1"/>
  </p:notesMasterIdLst>
  <p:sldIdLst>
    <p:sldId xmlns:r="http://schemas.openxmlformats.org/officeDocument/2006/relationships" id="256" r:id="R10c2aac116654c95"/>
    <p:sldId xmlns:r="http://schemas.openxmlformats.org/officeDocument/2006/relationships" id="257" r:id="Re18d9359bc374ff3"/>
    <p:sldId xmlns:r="http://schemas.openxmlformats.org/officeDocument/2006/relationships" id="258" r:id="R7111f37425d34d46"/>
    <p:sldId xmlns:r="http://schemas.openxmlformats.org/officeDocument/2006/relationships" id="259" r:id="R7136bbb0003145f2"/>
    <p:sldId xmlns:r="http://schemas.openxmlformats.org/officeDocument/2006/relationships" id="260" r:id="R0a364c39b46943f7"/>
    <p:sldId xmlns:r="http://schemas.openxmlformats.org/officeDocument/2006/relationships" id="261" r:id="R2f613483740e4445"/>
    <p:sldId xmlns:r="http://schemas.openxmlformats.org/officeDocument/2006/relationships" id="262" r:id="R6ce3d744dcc44c45"/>
    <p:sldId xmlns:r="http://schemas.openxmlformats.org/officeDocument/2006/relationships" id="263" r:id="R43b5c4d580d4459f"/>
    <p:sldId xmlns:r="http://schemas.openxmlformats.org/officeDocument/2006/relationships" id="264" r:id="Rff8cbed2154e48a7"/>
    <p:sldId xmlns:r="http://schemas.openxmlformats.org/officeDocument/2006/relationships" id="265" r:id="Rf174f51d7e9c4e14"/>
    <p:sldId xmlns:r="http://schemas.openxmlformats.org/officeDocument/2006/relationships" id="266" r:id="Refb0bf37254d41db"/>
    <p:sldId xmlns:r="http://schemas.openxmlformats.org/officeDocument/2006/relationships" id="267" r:id="R3d75d0fc1a764c2d"/>
    <p:sldId xmlns:r="http://schemas.openxmlformats.org/officeDocument/2006/relationships" id="268" r:id="R4c43a7ca173d4956"/>
    <p:sldId xmlns:r="http://schemas.openxmlformats.org/officeDocument/2006/relationships" id="269" r:id="Rf4d49c3f3b6c487d"/>
    <p:sldId xmlns:r="http://schemas.openxmlformats.org/officeDocument/2006/relationships" id="270" r:id="R8aa7fc1088ff469f"/>
    <p:sldId xmlns:r="http://schemas.openxmlformats.org/officeDocument/2006/relationships" id="271" r:id="Rf081390359444c04"/>
    <p:sldId xmlns:r="http://schemas.openxmlformats.org/officeDocument/2006/relationships" id="272" r:id="R61378bfb12634bfa"/>
    <p:sldId xmlns:r="http://schemas.openxmlformats.org/officeDocument/2006/relationships" id="273" r:id="R3057a49f619642ac"/>
    <p:sldId xmlns:r="http://schemas.openxmlformats.org/officeDocument/2006/relationships" id="274" r:id="R8699f064fd8144c4"/>
    <p:sldId xmlns:r="http://schemas.openxmlformats.org/officeDocument/2006/relationships" id="275" r:id="R8749d4cca842412a"/>
    <p:sldId xmlns:r="http://schemas.openxmlformats.org/officeDocument/2006/relationships" id="276" r:id="R7b9b110c75174b4b"/>
    <p:sldId xmlns:r="http://schemas.openxmlformats.org/officeDocument/2006/relationships" id="277" r:id="Rf10927c6c72644ba"/>
    <p:sldId xmlns:r="http://schemas.openxmlformats.org/officeDocument/2006/relationships" id="278" r:id="R3cccf17142334c4f"/>
    <p:sldId xmlns:r="http://schemas.openxmlformats.org/officeDocument/2006/relationships" id="279" r:id="R92376f87b0014a25"/>
    <p:sldId xmlns:r="http://schemas.openxmlformats.org/officeDocument/2006/relationships" id="280" r:id="Re3439f084999418a"/>
    <p:sldId xmlns:r="http://schemas.openxmlformats.org/officeDocument/2006/relationships" id="281" r:id="Rec0bcf2b0cbe4877"/>
    <p:sldId xmlns:r="http://schemas.openxmlformats.org/officeDocument/2006/relationships" id="282" r:id="R034107788c1e4e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e78247c7664305" /><Relationship Type="http://schemas.openxmlformats.org/officeDocument/2006/relationships/slideMaster" Target="/ppt/slideMasters/slideMaster1.xml" Id="R33dd99ebdb9d4fa6" /><Relationship Type="http://schemas.openxmlformats.org/officeDocument/2006/relationships/notesMaster" Target="/ppt/notesMasters/notesMaster1.xml" Id="R6248281bd8e241c1" /><Relationship Type="http://schemas.openxmlformats.org/officeDocument/2006/relationships/presProps" Target="/ppt/presProps.xml" Id="R82fd5a74fe7e4b12" /><Relationship Type="http://schemas.openxmlformats.org/officeDocument/2006/relationships/tableStyles" Target="/ppt/tableStyles.xml" Id="R69def9e44dbc42fe" /><Relationship Type="http://schemas.openxmlformats.org/officeDocument/2006/relationships/slide" Target="/ppt/slides/slide1.xml" Id="R10c2aac116654c95" /><Relationship Type="http://schemas.openxmlformats.org/officeDocument/2006/relationships/slide" Target="/ppt/slides/slide2.xml" Id="Re18d9359bc374ff3" /><Relationship Type="http://schemas.openxmlformats.org/officeDocument/2006/relationships/slide" Target="/ppt/slides/slide3.xml" Id="R7111f37425d34d46" /><Relationship Type="http://schemas.openxmlformats.org/officeDocument/2006/relationships/slide" Target="/ppt/slides/slide4.xml" Id="R7136bbb0003145f2" /><Relationship Type="http://schemas.openxmlformats.org/officeDocument/2006/relationships/slide" Target="/ppt/slides/slide5.xml" Id="R0a364c39b46943f7" /><Relationship Type="http://schemas.openxmlformats.org/officeDocument/2006/relationships/slide" Target="/ppt/slides/slide6.xml" Id="R2f613483740e4445" /><Relationship Type="http://schemas.openxmlformats.org/officeDocument/2006/relationships/slide" Target="/ppt/slides/slide7.xml" Id="R6ce3d744dcc44c45" /><Relationship Type="http://schemas.openxmlformats.org/officeDocument/2006/relationships/slide" Target="/ppt/slides/slide8.xml" Id="R43b5c4d580d4459f" /><Relationship Type="http://schemas.openxmlformats.org/officeDocument/2006/relationships/slide" Target="/ppt/slides/slide9.xml" Id="Rff8cbed2154e48a7" /><Relationship Type="http://schemas.openxmlformats.org/officeDocument/2006/relationships/slide" Target="/ppt/slides/slide10.xml" Id="Rf174f51d7e9c4e14" /><Relationship Type="http://schemas.openxmlformats.org/officeDocument/2006/relationships/slide" Target="/ppt/slides/slide11.xml" Id="Refb0bf37254d41db" /><Relationship Type="http://schemas.openxmlformats.org/officeDocument/2006/relationships/slide" Target="/ppt/slides/slide12.xml" Id="R3d75d0fc1a764c2d" /><Relationship Type="http://schemas.openxmlformats.org/officeDocument/2006/relationships/slide" Target="/ppt/slides/slide13.xml" Id="R4c43a7ca173d4956" /><Relationship Type="http://schemas.openxmlformats.org/officeDocument/2006/relationships/slide" Target="/ppt/slides/slide14.xml" Id="Rf4d49c3f3b6c487d" /><Relationship Type="http://schemas.openxmlformats.org/officeDocument/2006/relationships/slide" Target="/ppt/slides/slide15.xml" Id="R8aa7fc1088ff469f" /><Relationship Type="http://schemas.openxmlformats.org/officeDocument/2006/relationships/slide" Target="/ppt/slides/slide16.xml" Id="Rf081390359444c04" /><Relationship Type="http://schemas.openxmlformats.org/officeDocument/2006/relationships/slide" Target="/ppt/slides/slide17.xml" Id="R61378bfb12634bfa" /><Relationship Type="http://schemas.openxmlformats.org/officeDocument/2006/relationships/slide" Target="/ppt/slides/slide18.xml" Id="R3057a49f619642ac" /><Relationship Type="http://schemas.openxmlformats.org/officeDocument/2006/relationships/slide" Target="/ppt/slides/slide19.xml" Id="R8699f064fd8144c4" /><Relationship Type="http://schemas.openxmlformats.org/officeDocument/2006/relationships/slide" Target="/ppt/slides/slide20.xml" Id="R8749d4cca842412a" /><Relationship Type="http://schemas.openxmlformats.org/officeDocument/2006/relationships/slide" Target="/ppt/slides/slide21.xml" Id="R7b9b110c75174b4b" /><Relationship Type="http://schemas.openxmlformats.org/officeDocument/2006/relationships/slide" Target="/ppt/slides/slide22.xml" Id="Rf10927c6c72644ba" /><Relationship Type="http://schemas.openxmlformats.org/officeDocument/2006/relationships/slide" Target="/ppt/slides/slide23.xml" Id="R3cccf17142334c4f" /><Relationship Type="http://schemas.openxmlformats.org/officeDocument/2006/relationships/slide" Target="/ppt/slides/slide24.xml" Id="R92376f87b0014a25" /><Relationship Type="http://schemas.openxmlformats.org/officeDocument/2006/relationships/slide" Target="/ppt/slides/slide25.xml" Id="Re3439f084999418a" /><Relationship Type="http://schemas.openxmlformats.org/officeDocument/2006/relationships/slide" Target="/ppt/slides/slide26.xml" Id="Rec0bcf2b0cbe4877" /><Relationship Type="http://schemas.openxmlformats.org/officeDocument/2006/relationships/slide" Target="/ppt/slides/slide27.xml" Id="R034107788c1e4e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470f31377f42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03fc37acd04fcf" /><Relationship Type="http://schemas.openxmlformats.org/officeDocument/2006/relationships/notesMaster" Target="/ppt/notesMasters/notesMaster1.xml" Id="Rc9309e793b3749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4106dbb6274666" /><Relationship Type="http://schemas.openxmlformats.org/officeDocument/2006/relationships/notesMaster" Target="/ppt/notesMasters/notesMaster1.xml" Id="R03e3d98c347642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3f952a76e4493d" /><Relationship Type="http://schemas.openxmlformats.org/officeDocument/2006/relationships/notesMaster" Target="/ppt/notesMasters/notesMaster1.xml" Id="R94224f4d845848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574309cb2c473b" /><Relationship Type="http://schemas.openxmlformats.org/officeDocument/2006/relationships/notesMaster" Target="/ppt/notesMasters/notesMaster1.xml" Id="R3e21dcc0645e49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526c8fec3c4003" /><Relationship Type="http://schemas.openxmlformats.org/officeDocument/2006/relationships/notesMaster" Target="/ppt/notesMasters/notesMaster1.xml" Id="Rb36fa95058d644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266f61d5fe40d3" /><Relationship Type="http://schemas.openxmlformats.org/officeDocument/2006/relationships/notesMaster" Target="/ppt/notesMasters/notesMaster1.xml" Id="Rdd1d759ed68a47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9574061a81463f" /><Relationship Type="http://schemas.openxmlformats.org/officeDocument/2006/relationships/notesMaster" Target="/ppt/notesMasters/notesMaster1.xml" Id="R14b6a36c83c344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b486ada5bb4b94" /><Relationship Type="http://schemas.openxmlformats.org/officeDocument/2006/relationships/notesMaster" Target="/ppt/notesMasters/notesMaster1.xml" Id="R5af1afe3cdd74b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6be465c9a64707" /><Relationship Type="http://schemas.openxmlformats.org/officeDocument/2006/relationships/notesMaster" Target="/ppt/notesMasters/notesMaster1.xml" Id="R3a098fe9789348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c29ab99d074528" /><Relationship Type="http://schemas.openxmlformats.org/officeDocument/2006/relationships/notesMaster" Target="/ppt/notesMasters/notesMaster1.xml" Id="Rc0de9a17b0b342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609b234de04891" /><Relationship Type="http://schemas.openxmlformats.org/officeDocument/2006/relationships/notesMaster" Target="/ppt/notesMasters/notesMaster1.xml" Id="Rb3b9ee5327c349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786d0aa0474bb3" /><Relationship Type="http://schemas.openxmlformats.org/officeDocument/2006/relationships/notesMaster" Target="/ppt/notesMasters/notesMaster1.xml" Id="Rfb051b26146d4a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82a944601640ee" /><Relationship Type="http://schemas.openxmlformats.org/officeDocument/2006/relationships/notesMaster" Target="/ppt/notesMasters/notesMaster1.xml" Id="R184203f25ec642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3708fe1dce4381" /><Relationship Type="http://schemas.openxmlformats.org/officeDocument/2006/relationships/notesMaster" Target="/ppt/notesMasters/notesMaster1.xml" Id="R5cee6d732fc249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81570eef3c4dda" /><Relationship Type="http://schemas.openxmlformats.org/officeDocument/2006/relationships/notesMaster" Target="/ppt/notesMasters/notesMaster1.xml" Id="R19c0dcaee34745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5a445d1a3e4d8a" /><Relationship Type="http://schemas.openxmlformats.org/officeDocument/2006/relationships/notesMaster" Target="/ppt/notesMasters/notesMaster1.xml" Id="R77de2bfe5ba14c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913bf6ba414a02" /><Relationship Type="http://schemas.openxmlformats.org/officeDocument/2006/relationships/notesMaster" Target="/ppt/notesMasters/notesMaster1.xml" Id="R405d0fca49934a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186c827c2f94366" /><Relationship Type="http://schemas.openxmlformats.org/officeDocument/2006/relationships/notesMaster" Target="/ppt/notesMasters/notesMaster1.xml" Id="Rd8ae8a79c7e340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cf5830f9f9446a" /><Relationship Type="http://schemas.openxmlformats.org/officeDocument/2006/relationships/notesMaster" Target="/ppt/notesMasters/notesMaster1.xml" Id="R2fe41358506544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712fd7f4bab4c32" /><Relationship Type="http://schemas.openxmlformats.org/officeDocument/2006/relationships/notesMaster" Target="/ppt/notesMasters/notesMaster1.xml" Id="R3b521ff56fc14b6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6772a3c651471e" /><Relationship Type="http://schemas.openxmlformats.org/officeDocument/2006/relationships/notesMaster" Target="/ppt/notesMasters/notesMaster1.xml" Id="Rcc32496d58d04a2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16c2690cac740e0" /><Relationship Type="http://schemas.openxmlformats.org/officeDocument/2006/relationships/notesMaster" Target="/ppt/notesMasters/notesMaster1.xml" Id="Rb729c4ab3b4d4bd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70adea6d2fb4285" /><Relationship Type="http://schemas.openxmlformats.org/officeDocument/2006/relationships/notesMaster" Target="/ppt/notesMasters/notesMaster1.xml" Id="R1e4cdb7f6d994a8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28bf53c26524279" /><Relationship Type="http://schemas.openxmlformats.org/officeDocument/2006/relationships/notesMaster" Target="/ppt/notesMasters/notesMaster1.xml" Id="Rfd4c1deb975443d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ffbb680519f43dc" /><Relationship Type="http://schemas.openxmlformats.org/officeDocument/2006/relationships/notesMaster" Target="/ppt/notesMasters/notesMaster1.xml" Id="R4bf2960a8ec94c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f806b285fd34a9a" /><Relationship Type="http://schemas.openxmlformats.org/officeDocument/2006/relationships/notesMaster" Target="/ppt/notesMasters/notesMaster1.xml" Id="R72a090618e0e450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a847dbb9c844f4a" /><Relationship Type="http://schemas.openxmlformats.org/officeDocument/2006/relationships/notesMaster" Target="/ppt/notesMasters/notesMaster1.xml" Id="Rcd0051b6f60a4a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honest framing: this is a candidate-enrichment and model-development update. It is not a discovery announcement or occurrence-rate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 (frozen S56–S62 signal review)</a:t>
            </a:r>
          </a:p>
          <a:p xmlns:a="http://schemas.openxmlformats.org/drawingml/2006/main">
            <a:r>
              <a:t>- /Users/tehan/PycharmProjects/TWIRL/doc/twirl_plan.md (project scope and claim boundaries)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one-slide status summary. Emphasize the distinction between completed human/model evidence and unfinished scientific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 (509 reviewed observations; 493 TICs)</a:t>
            </a:r>
          </a:p>
          <a:p xmlns:a="http://schemas.openxmlformats.org/drawingml/2006/main">
            <a:r>
              <a:t>- /Users/tehan/PycharmProjects/TWIRL/reports/stage5_validation/s56_s62_morphology_corpus_teacher_v3_v1/summary.json (final labels)</a:t>
            </a:r>
          </a:p>
          <a:p xmlns:a="http://schemas.openxmlformats.org/drawingml/2006/main">
            <a:r>
              <a:t>- ORCD read-only status snapshot, 2026-08-06 10:59 EDT: five 20-epoch encoders validated; matched development evaluation running as job 19773235.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mandatory engineering benchmark. Do not generalize the benchmark recovery into a completeness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/Users/tehan/PycharmProjects/TWIRL/data_local/label_reviews/s56_s62_signal_rereview/vet_sheets_s56_s62_a2v1_current_adp_v1/s0056-signal-final-fa319f28ac03d711_twirl_twoap_current_adp.png (uniform current-ADP sheet)</a:t>
            </a:r>
          </a:p>
          <a:p xmlns:a="http://schemas.openxmlformats.org/drawingml/2006/main">
            <a:r>
              <a:t>- /Users/tehan/PycharmProjects/TWIRL/doc/twirl_plan.md (S56 QA and paired-teacher eligibility)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a concrete collaboration win. The period comparison is not astrophysical confirmation. The old missing product was a selection failure, and A2v1 fixed target emission, but the tenth signal comparison remains to be rerun.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/Users/tehan/PycharmProjects/TWIRL/reports/stage5_validation/julien_s56_10_systems_compare/summary.md</a:t>
            </a:r>
          </a:p>
          <a:p xmlns:a="http://schemas.openxmlformats.org/drawingml/2006/main">
            <a:r>
              <a:t>- /Users/tehan/PycharmProjects/TWIRL/reports/stage5_validation/julien_s56_10_systems_compare/julien_twirl_s56_10_comparison_human_label_fullphase_binmatch.csv</a:t>
            </a:r>
          </a:p>
          <a:p xmlns:a="http://schemas.openxmlformats.org/drawingml/2006/main">
            <a:r>
              <a:t>- /Users/tehan/PycharmProjects/TWIRL/doc/twirl_progress_log.md (A2v1 no-cap extraction history)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appendix contains every final Planet-like and broad/wide-transit observation. The companion folder links to all 509 full-resolution sheets. Keep observation counts separate from unique TIC counts.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 (final 509-row signal review)</a:t>
            </a:r>
          </a:p>
          <a:p xmlns:a="http://schemas.openxmlformats.org/drawingml/2006/main">
            <a:r>
              <a:t>- /Users/tehan/PycharmProjects/TWIRL/reports/stage5_validation/s56_s62_morphology_corpus_teacher_v3_v1/summary.json (label counts)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repeated-host list to choose concrete follow-up discussion cases. The pipeline does not yet merge multi-sector evidence, and repeated morphology is not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 (five repeated Planet-like TICs)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/Users/tehan/PycharmProjects/TWIRL/data_local/label_reviews/s56_s62_signal_rereview/vet_sheets_s56_s62_a2v1_current_adp_v1/s0056-signal-final-3998c7adefa6536a_twirl_twoap_current_adp.png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/Users/tehan/PycharmProjects/TWIRL/data_local/label_reviews/s56_s62_signal_rereview/vet_sheets_s56_s62_a2v1_current_adp_v1/s0057-signal-final-2ef8c3bacdf529f3_twirl_twoap_current_adp.png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v3 is not a new architecture; it is the frozen seven-sector data/training release of the v1 architecture. The rejected v2 result is useful evidence that injection retention alone is not 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/Users/tehan/PycharmProjects/TWIRL/doc/twirl_progress_log.md (Teacher v1/v2/v3 results)</a:t>
            </a:r>
          </a:p>
          <a:p xmlns:a="http://schemas.openxmlformats.org/drawingml/2006/main">
            <a:r>
              <a:t>- /Users/tehan/PycharmProjects/TWIRL/reports/stage5_validation/teacher_v3_s56_s62_a2v1_current_adp/performance/README.md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improvement over the metadata-only control, then immediately state the small Planet-like support and the uncertain-label sensitivity. Teacher v3 is frozen for enrichment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/Users/tehan/PycharmProjects/TWIRL/reports/stage5_validation/teacher_v3_s56_s62_a2v1_current_adp/performance/teacher_v3_performance.png</a:t>
            </a:r>
          </a:p>
          <a:p xmlns:a="http://schemas.openxmlformats.org/drawingml/2006/main">
            <a:r>
              <a:t>- /Users/tehan/PycharmProjects/TWIRL/reports/stage5_validation/teacher_v3_s56_s62_a2v1_current_adp/performance/teacher_v3_performance_metrics.csv</a:t>
            </a:r>
          </a:p>
          <a:p xmlns:a="http://schemas.openxmlformats.org/drawingml/2006/main">
            <a:r>
              <a:t>- /Users/tehan/PycharmProjects/TWIRL/reports/stage5_validation/teacher_v3_s56_s62_a2v1_current_adp/performance/teacher_v3_performance.provenance.json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the user's concern directly. The model is useful without being described as general-purpose. Student pseudo-labeling remains blocked.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/Users/tehan/PycharmProjects/TWIRL/doc/twirl_plan.md (model and search gates)</a:t>
            </a:r>
          </a:p>
          <a:p xmlns:a="http://schemas.openxmlformats.org/drawingml/2006/main">
            <a:r>
              <a:t>- /Users/tehan/PycharmProjects/TWIRL/doc/ideas.md (rare-factor and validation questions)</a:t>
            </a:r>
          </a:p>
          <a:p xmlns:a="http://schemas.openxmlformats.org/drawingml/2006/main">
            <a:r>
              <a:t>- /Users/tehan/PycharmProjects/TWIRL/reports/stage5_validation/teacher_v3_s56_s62_a2v1_current_adp/performance/README.md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exact current status. Five encoders are complete and validated. The downstream development-only comparison was still running at the status snapshot, so this deck intentionally does not quote incomplete v4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/Users/tehan/PycharmProjects/TWIRL/src/twirl/vetting/teacher_ssl_fullpool.py (full-pool contract)</a:t>
            </a:r>
          </a:p>
          <a:p xmlns:a="http://schemas.openxmlformats.org/drawingml/2006/main">
            <a:r>
              <a:t>- /Users/tehan/PycharmProjects/TWIRL/src/twirl/vetting/teacher_ssl_fullpool_evaluation.py (matched development evaluation)</a:t>
            </a:r>
          </a:p>
          <a:p xmlns:a="http://schemas.openxmlformats.org/drawingml/2006/main">
            <a:r>
              <a:t>- ORCD read-only status snapshot, 2026-08-06 10:59 EDT: job 19773235 running; five-fold completion release validated 5 folds × 20 epochs.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read class separation or accuracy from this figure. It is one reference embedding used to inspect representation and confounding. The period-colored view shows why the matched transfer evaluation is necessary.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/Users/tehan/PycharmProjects/TWIRL/reports/stage5_validation/teacher_ssl_fullpool_v4_development_performance/teacher_ssl_fullpool_reference_umap.png (exploratory fold-0 visualization, generated 2026-08-05)</a:t>
            </a:r>
          </a:p>
          <a:p xmlns:a="http://schemas.openxmlformats.org/drawingml/2006/main">
            <a:r>
              <a:t>- /Users/tehan/PycharmProjects/TWIRL/reports/stage5_validation/teacher_ssl_fullpool_v4_development_performance/reference_fold_0_umap.summary.json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decisions Julien's team can help make. Candidate validation and a sealed prospective test are the most useful next contributions.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/Users/tehan/PycharmProjects/TWIRL/doc/twirl_plan.md (immediate priorities and S63 prospective gate)</a:t>
            </a:r>
          </a:p>
          <a:p xmlns:a="http://schemas.openxmlformats.org/drawingml/2006/main">
            <a:r>
              <a:t>- /Users/tehan/PycharmProjects/TWIRL/doc/ideas.md (candidate validation and follow-up questions)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slide sorter to jump into the atlas. Each panel shows the uniform current-ADP full-phase and review-fold region for both active apertures.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 (509 verified 2176×2304 PNG sheets)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Atlas page. Open the corresponding full-resolution PNG from transit_like_vet_sheets/ when the group wants to inspect a specific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/Users/tehan/PycharmProjects/TWIRL/data_local/label_reviews/s56_s62_signal_rereview/vet_sheets_s56_s62_a2v1_current_adp_v1/s0056-signal-final-31edc7bc5fd7311d_twirl_twoap_current_adp.png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/Users/tehan/PycharmProjects/TWIRL/data_local/label_reviews/s56_s62_signal_rereview/vet_sheets_s56_s62_a2v1_current_adp_v1/s0056-signal-final-b49a8ea0b5026d93_twirl_twoap_current_adp.png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/Users/tehan/PycharmProjects/TWIRL/data_local/label_reviews/s56_s62_signal_rereview/vet_sheets_s56_s62_a2v1_current_adp_v1/s0056-signal-final-b9878c04761d81f5_twirl_twoap_current_adp.png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/Users/tehan/PycharmProjects/TWIRL/data_local/label_reviews/s56_s62_signal_rereview/vet_sheets_s56_s62_a2v1_current_adp_v1/s0056-signal-final-ac9456ad58274d7e_twirl_twoap_current_adp.png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/Users/tehan/PycharmProjects/TWIRL/data_local/label_reviews/s56_s62_signal_rereview/vet_sheets_s56_s62_a2v1_current_adp_v1/s0056-signal-final-6249fb8f79329475_twirl_twoap_current_adp.png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/Users/tehan/PycharmProjects/TWIRL/data_local/label_reviews/s56_s62_signal_rereview/vet_sheets_s56_s62_a2v1_current_adp_v1/s0056-signal-final-3998c7adefa6536a_twirl_twoap_current_adp.png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Atlas page. Open the corresponding full-resolution PNG from transit_like_vet_sheets/ when the group wants to inspect a specific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/Users/tehan/PycharmProjects/TWIRL/data_local/label_reviews/s56_s62_signal_rereview/vet_sheets_s56_s62_a2v1_current_adp_v1/s0056-signal-final-224ca258bb689cb3_twirl_twoap_current_adp.png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/Users/tehan/PycharmProjects/TWIRL/data_local/label_reviews/s56_s62_signal_rereview/vet_sheets_s56_s62_a2v1_current_adp_v1/s0056-signal-final-4fa7b88399c2da0b_twirl_twoap_current_adp.png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/Users/tehan/PycharmProjects/TWIRL/data_local/label_reviews/s56_s62_signal_rereview/vet_sheets_s56_s62_a2v1_current_adp_v1/s0056-signal-final-30728c379acf5b98_twirl_twoap_current_adp.png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/Users/tehan/PycharmProjects/TWIRL/data_local/label_reviews/s56_s62_signal_rereview/vet_sheets_s56_s62_a2v1_current_adp_v1/s0056-signal-final-fa319f28ac03d711_twirl_twoap_current_adp.png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/Users/tehan/PycharmProjects/TWIRL/data_local/label_reviews/s56_s62_signal_rereview/vet_sheets_s56_s62_a2v1_current_adp_v1/s0056-signal-final-a6f2a9615fe1660b_twirl_twoap_current_adp.png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/Users/tehan/PycharmProjects/TWIRL/data_local/label_reviews/s56_s62_signal_rereview/vet_sheets_s56_s62_a2v1_current_adp_v1/s0056-signal-final-2765f59917273bd4_twirl_twoap_current_adp.png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Atlas page. Open the corresponding full-resolution PNG from transit_like_vet_sheets/ when the group wants to inspect a specific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/Users/tehan/PycharmProjects/TWIRL/data_local/label_reviews/s56_s62_signal_rereview/vet_sheets_s56_s62_a2v1_current_adp_v1/s0056-signal-final-64f323ad5bcc0e36_twirl_twoap_current_adp.png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/Users/tehan/PycharmProjects/TWIRL/data_local/label_reviews/s56_s62_signal_rereview/vet_sheets_s56_s62_a2v1_current_adp_v1/s0056-signal-final-13d7e6193aaf70eb_twirl_twoap_current_adp.png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/Users/tehan/PycharmProjects/TWIRL/data_local/label_reviews/s56_s62_signal_rereview/vet_sheets_s56_s62_a2v1_current_adp_v1/s0056-signal-final-20a4b01701676324_twirl_twoap_current_adp.png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/Users/tehan/PycharmProjects/TWIRL/data_local/label_reviews/s56_s62_signal_rereview/vet_sheets_s56_s62_a2v1_current_adp_v1/s0056-signal-final-c4f2d4208d391924_twirl_twoap_current_adp.png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/Users/tehan/PycharmProjects/TWIRL/data_local/label_reviews/s56_s62_signal_rereview/vet_sheets_s56_s62_a2v1_current_adp_v1/s0056-signal-final-baf88c7738af9da0_twirl_twoap_current_adp.png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/Users/tehan/PycharmProjects/TWIRL/data_local/label_reviews/s56_s62_signal_rereview/vet_sheets_s56_s62_a2v1_current_adp_v1/s0056-signal-final-5c3dced678c5e54b_twirl_twoap_current_adp.png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Atlas page. Open the corresponding full-resolution PNG from transit_like_vet_sheets/ when the group wants to inspect a specific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/Users/tehan/PycharmProjects/TWIRL/data_local/label_reviews/s56_s62_signal_rereview/vet_sheets_s56_s62_a2v1_current_adp_v1/s0056-signal-final-060b4c2d8bad4424_twirl_twoap_current_adp.png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/Users/tehan/PycharmProjects/TWIRL/data_local/label_reviews/s56_s62_signal_rereview/vet_sheets_s56_s62_a2v1_current_adp_v1/s0056-signal-final-32e75056806c74d0_twirl_twoap_current_adp.png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/Users/tehan/PycharmProjects/TWIRL/data_local/label_reviews/s56_s62_signal_rereview/vet_sheets_s56_s62_a2v1_current_adp_v1/s0056-signal-final-5dfe82fc87d06ebf_twirl_twoap_current_adp.png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/Users/tehan/PycharmProjects/TWIRL/data_local/label_reviews/s56_s62_signal_rereview/vet_sheets_s56_s62_a2v1_current_adp_v1/s0056-signal-final-996797a6718fe524_twirl_twoap_current_adp.png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/Users/tehan/PycharmProjects/TWIRL/data_local/label_reviews/s56_s62_signal_rereview/vet_sheets_s56_s62_a2v1_current_adp_v1/s0056-signal-final-c40b5454d226d391_twirl_twoap_current_adp.png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/Users/tehan/PycharmProjects/TWIRL/data_local/label_reviews/s56_s62_signal_rereview/vet_sheets_s56_s62_a2v1_current_adp_v1/s0056-signal-final-0eb5f3be4489bca2_twirl_twoap_current_adp.png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Atlas page. Open the corresponding full-resolution PNG from transit_like_vet_sheets/ when the group wants to inspect a specific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/Users/tehan/PycharmProjects/TWIRL/data_local/label_reviews/s56_s62_signal_rereview/vet_sheets_s56_s62_a2v1_current_adp_v1/s0056-signal-final-9feeb542c31650d9_twirl_twoap_current_adp.png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/Users/tehan/PycharmProjects/TWIRL/data_local/label_reviews/s56_s62_signal_rereview/vet_sheets_s56_s62_a2v1_current_adp_v1/s0056-signal-final-b6f5f50e065449fb_twirl_twoap_current_adp.png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/Users/tehan/PycharmProjects/TWIRL/data_local/label_reviews/s56_s62_signal_rereview/vet_sheets_s56_s62_a2v1_current_adp_v1/s0056-signal-final-7eaf546568eb9e50_twirl_twoap_current_adp.png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/Users/tehan/PycharmProjects/TWIRL/data_local/label_reviews/s56_s62_signal_rereview/vet_sheets_s56_s62_a2v1_current_adp_v1/s0056-signal-final-81cebad1b6515654_twirl_twoap_current_adp.png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/Users/tehan/PycharmProjects/TWIRL/data_local/label_reviews/s56_s62_signal_rereview/vet_sheets_s56_s62_a2v1_current_adp_v1/s0056-signal-final-6566a055758275ca_twirl_twoap_current_adp.png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/Users/tehan/PycharmProjects/TWIRL/data_local/label_reviews/s56_s62_signal_rereview/vet_sheets_s56_s62_a2v1_current_adp_v1/s0056-signal-final-ea5ef5e0a20cf690_twirl_twoap_current_adp.png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Atlas page. Open the corresponding full-resolution PNG from transit_like_vet_sheets/ when the group wants to inspect a specific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/Users/tehan/PycharmProjects/TWIRL/data_local/label_reviews/s56_s62_signal_rereview/vet_sheets_s56_s62_a2v1_current_adp_v1/s0056-signal-final-522da810c5ade45f_twirl_twoap_current_adp.png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/Users/tehan/PycharmProjects/TWIRL/data_local/label_reviews/s56_s62_signal_rereview/vet_sheets_s56_s62_a2v1_current_adp_v1/s0056-signal-final-11292c034b5c8f16_twirl_twoap_current_adp.png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/Users/tehan/PycharmProjects/TWIRL/data_local/label_reviews/s56_s62_signal_rereview/vet_sheets_s56_s62_a2v1_current_adp_v1/s0056-signal-final-a43ac5e4d65dfce9_twirl_twoap_current_adp.png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/Users/tehan/PycharmProjects/TWIRL/data_local/label_reviews/s56_s62_signal_rereview/vet_sheets_s56_s62_a2v1_current_adp_v1/s0056-signal-final-b06d3830712d14a4_twirl_twoap_current_adp.png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/Users/tehan/PycharmProjects/TWIRL/data_local/label_reviews/s56_s62_signal_rereview/vet_sheets_s56_s62_a2v1_current_adp_v1/s0056-signal-final-6756b7eaf1ce8d9a_twirl_twoap_current_adp.png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/Users/tehan/PycharmProjects/TWIRL/data_local/label_reviews/s56_s62_signal_rereview/vet_sheets_s56_s62_a2v1_current_adp_v1/s0056-signal-final-14d6bc027f6b4134_twirl_twoap_current_adp.png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Atlas page. Open the corresponding full-resolution PNG from transit_like_vet_sheets/ when the group wants to inspect a specific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/Users/tehan/PycharmProjects/TWIRL/data_local/label_reviews/s56_s62_signal_rereview/vet_sheets_s56_s62_a2v1_current_adp_v1/s0056-signal-final-e6acb48592ebf324_twirl_twoap_current_adp.png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/Users/tehan/PycharmProjects/TWIRL/data_local/label_reviews/s56_s62_signal_rereview/vet_sheets_s56_s62_a2v1_current_adp_v1/s0056-signal-final-b2b2d1518e3af891_twirl_twoap_current_adp.png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/Users/tehan/PycharmProjects/TWIRL/data_local/label_reviews/s56_s62_signal_rereview/vet_sheets_s56_s62_a2v1_current_adp_v1/s0057-signal-final-c97a102144f72af2_twirl_twoap_current_adp.png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/Users/tehan/PycharmProjects/TWIRL/data_local/label_reviews/s56_s62_signal_rereview/vet_sheets_s56_s62_a2v1_current_adp_v1/s0057-signal-final-57eea28a68f9c06a_twirl_twoap_current_adp.png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/Users/tehan/PycharmProjects/TWIRL/data_local/label_reviews/s56_s62_signal_rereview/vet_sheets_s56_s62_a2v1_current_adp_v1/s0057-signal-final-2ef8c3bacdf529f3_twirl_twoap_current_adp.png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/Users/tehan/PycharmProjects/TWIRL/data_local/label_reviews/s56_s62_signal_rereview/vet_sheets_s56_s62_a2v1_current_adp_v1/s0057-signal-final-384c4261adaef816_twirl_twoap_current_adp.png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Atlas page. Open the corresponding full-resolution PNG from transit_like_vet_sheets/ when the group wants to inspect a specific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/Users/tehan/PycharmProjects/TWIRL/data_local/label_reviews/s56_s62_signal_rereview/vet_sheets_s56_s62_a2v1_current_adp_v1/s0057-signal-final-18f75d68009cb1a3_twirl_twoap_current_adp.png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/Users/tehan/PycharmProjects/TWIRL/data_local/label_reviews/s56_s62_signal_rereview/vet_sheets_s56_s62_a2v1_current_adp_v1/s0058-signal-final-9f0eb559d0aa75f7_twirl_twoap_current_adp.png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/Users/tehan/PycharmProjects/TWIRL/data_local/label_reviews/s56_s62_signal_rereview/vet_sheets_s56_s62_a2v1_current_adp_v1/s0058-signal-final-ec4718c3ba7ed920_twirl_twoap_current_adp.png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/Users/tehan/PycharmProjects/TWIRL/data_local/label_reviews/s56_s62_signal_rereview/vet_sheets_s56_s62_a2v1_current_adp_v1/s0058-signal-final-e9af42d8d207531d_twirl_twoap_current_adp.png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/Users/tehan/PycharmProjects/TWIRL/data_local/label_reviews/s56_s62_signal_rereview/vet_sheets_s56_s62_a2v1_current_adp_v1/s0058-signal-final-4eb9ed2197c15746_twirl_twoap_current_adp.png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/Users/tehan/PycharmProjects/TWIRL/data_local/label_reviews/s56_s62_signal_rereview/vet_sheets_s56_s62_a2v1_current_adp_v1/s0058-signal-final-cbfa7bf15e68c005_twirl_twoap_current_adp.png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Atlas page. Open the corresponding full-resolution PNG from transit_like_vet_sheets/ when the group wants to inspect a specific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/Users/tehan/PycharmProjects/TWIRL/data_local/label_reviews/s56_s62_signal_rereview/vet_sheets_s56_s62_a2v1_current_adp_v1/s0058-signal-final-1e9d12a02d51c383_twirl_twoap_current_adp.png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/Users/tehan/PycharmProjects/TWIRL/data_local/label_reviews/s56_s62_signal_rereview/vet_sheets_s56_s62_a2v1_current_adp_v1/s0059-signal-final-aee7105ecca4cb47_twirl_twoap_current_adp.png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/Users/tehan/PycharmProjects/TWIRL/data_local/label_reviews/s56_s62_signal_rereview/vet_sheets_s56_s62_a2v1_current_adp_v1/s0059-signal-final-feb938a3701ffd5b_twirl_twoap_current_adp.png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/Users/tehan/PycharmProjects/TWIRL/data_local/label_reviews/s56_s62_signal_rereview/vet_sheets_s56_s62_a2v1_current_adp_v1/s0059-signal-final-8b4b89564b1b4635_twirl_twoap_current_adp.png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/Users/tehan/PycharmProjects/TWIRL/data_local/label_reviews/s56_s62_signal_rereview/vet_sheets_s56_s62_a2v1_current_adp_v1/s0059-signal-final-718b31a6890d0f11_twirl_twoap_current_adp.png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/Users/tehan/PycharmProjects/TWIRL/data_local/label_reviews/s56_s62_signal_rereview/vet_sheets_s56_s62_a2v1_current_adp_v1/s0060-signal-final-1cda1187a36be0c3_twirl_twoap_current_adp.png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Atlas page. Open the corresponding full-resolution PNG from transit_like_vet_sheets/ when the group wants to inspect a specific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/Users/tehan/PycharmProjects/TWIRL/data_local/label_reviews/s56_s62_signal_rereview/vet_sheets_s56_s62_a2v1_current_adp_v1/s0060-signal-final-a8c4e6a5d35c2827_twirl_twoap_current_adp.png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/Users/tehan/PycharmProjects/TWIRL/data_local/label_reviews/s56_s62_signal_rereview/vet_sheets_s56_s62_a2v1_current_adp_v1/s0060-signal-final-707936b0cc0c31c8_twirl_twoap_current_adp.png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/Users/tehan/PycharmProjects/TWIRL/data_local/label_reviews/s56_s62_signal_rereview/vet_sheets_s56_s62_a2v1_current_adp_v1/s0060-signal-final-a488a62f6b863225_twirl_twoap_current_adp.png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/Users/tehan/PycharmProjects/TWIRL/data_local/label_reviews/s56_s62_signal_rereview/vet_sheets_s56_s62_a2v1_current_adp_v1/s0060-signal-final-8ee2ae5deb452c4b_twirl_twoap_current_adp.png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/Users/tehan/PycharmProjects/TWIRL/data_local/label_reviews/s56_s62_signal_rereview/vet_sheets_s56_s62_a2v1_current_adp_v1/s0060-signal-final-d25c09306316acac_twirl_twoap_current_adp.png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/Users/tehan/PycharmProjects/TWIRL/data_local/label_reviews/s56_s62_signal_rereview/vet_sheets_s56_s62_a2v1_current_adp_v1/s0061-signal-final-d7e962bd542384b4_twirl_twoap_current_adp.png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Atlas page. Open the corresponding full-resolution PNG from transit_like_vet_sheets/ when the group wants to inspect a specific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/Users/tehan/PycharmProjects/TWIRL/data_local/label_reviews/s56_s62_signal_rereview/vet_sheets_s56_s62_a2v1_current_adp_v1/s0061-signal-final-8c4f3126f3b247a9_twirl_twoap_current_adp.png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/Users/tehan/PycharmProjects/TWIRL/data_local/label_reviews/s56_s62_signal_rereview/vet_sheets_s56_s62_a2v1_current_adp_v1/s0061-signal-final-489b659113ee2047_twirl_twoap_current_adp.png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/Users/tehan/PycharmProjects/TWIRL/data_local/label_reviews/s56_s62_signal_rereview/vet_sheets_s56_s62_a2v1_current_adp_v1/s0061-signal-final-6702bf3cb82f5acc_twirl_twoap_current_adp.png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/Users/tehan/PycharmProjects/TWIRL/data_local/label_reviews/s56_s62_signal_rereview/vet_sheets_s56_s62_a2v1_current_adp_v1/s0061-signal-final-6645add727430105_twirl_twoap_current_adp.png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/Users/tehan/PycharmProjects/TWIRL/data_local/label_reviews/s56_s62_signal_rereview/vet_sheets_s56_s62_a2v1_current_adp_v1/s0061-signal-final-1f4111dacd5c5a1d_twirl_twoap_current_adp.png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/Users/tehan/PycharmProjects/TWIRL/data_local/label_reviews/s56_s62_signal_rereview/vet_sheets_s56_s62_a2v1_current_adp_v1/s0061-signal-final-b03bd3e612aea73a_twirl_twoap_current_adp.png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Atlas page. Open the corresponding full-resolution PNG from transit_like_vet_sheets/ when the group wants to inspect a specific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/Users/tehan/PycharmProjects/TWIRL/data_local/label_reviews/s56_s62_signal_rereview/vet_sheets_s56_s62_a2v1_current_adp_v1/s0061-signal-final-bd78a5e92aa19d0b_twirl_twoap_current_adp.png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/Users/tehan/PycharmProjects/TWIRL/data_local/label_reviews/s56_s62_signal_rereview/vet_sheets_s56_s62_a2v1_current_adp_v1/s0061-signal-final-d72816d197938fce_twirl_twoap_current_adp.png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/Users/tehan/PycharmProjects/TWIRL/data_local/label_reviews/s56_s62_signal_rereview/vet_sheets_s56_s62_a2v1_current_adp_v1/s0061-signal-final-966ef3d6859cb9f3_twirl_twoap_current_adp.png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/Users/tehan/PycharmProjects/TWIRL/data_local/label_reviews/s56_s62_signal_rereview/vet_sheets_s56_s62_a2v1_current_adp_v1/s0061-signal-final-b39de7583409c73b_twirl_twoap_current_adp.png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/Users/tehan/PycharmProjects/TWIRL/data_local/label_reviews/s56_s62_signal_rereview/vet_sheets_s56_s62_a2v1_current_adp_v1/s0061-signal-final-fe526bc4cdcd6398_twirl_twoap_current_adp.png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/Users/tehan/PycharmProjects/TWIRL/data_local/label_reviews/s56_s62_signal_rereview/vet_sheets_s56_s62_a2v1_current_adp_v1/s0061-signal-final-6cfa6b58ca3a8ad9_twirl_twoap_current_adp.png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Atlas page. Open the corresponding full-resolution PNG from transit_like_vet_sheets/ when the group wants to inspect a specific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/Users/tehan/PycharmProjects/TWIRL/data_local/label_reviews/s56_s62_signal_rereview/vet_sheets_s56_s62_a2v1_current_adp_v1/s0062-signal-final-54778fef7ed7f3f5_twirl_twoap_current_adp.png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/Users/tehan/PycharmProjects/TWIRL/data_local/label_reviews/s56_s62_signal_rereview/vet_sheets_s56_s62_a2v1_current_adp_v1/s0062-signal-final-78c29ad638c1a3d6_twirl_twoap_current_adp.png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/Users/tehan/PycharmProjects/TWIRL/data_local/label_reviews/s56_s62_signal_rereview/vet_sheets_s56_s62_a2v1_current_adp_v1/s0062-signal-final-0d68a2cc0ca40d20_twirl_twoap_current_adp.png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/Users/tehan/PycharmProjects/TWIRL/data_local/label_reviews/s56_s62_signal_rereview/vet_sheets_s56_s62_a2v1_current_adp_v1/s0062-signal-final-feba5ba5cfe17583_twirl_twoap_current_adp.png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/Users/tehan/PycharmProjects/TWIRL/data_local/label_reviews/s56_s62_signal_rereview/vet_sheets_s56_s62_a2v1_current_adp_v1/s0062-signal-final-39fb8deeea5ae6c1_twirl_twoap_current_adp.png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/Users/tehan/PycharmProjects/TWIRL/data_local/label_reviews/s56_s62_signal_rereview/vet_sheets_s56_s62_a2v1_current_adp_v1/s0062-signal-final-a7f6c4a025af3a55_twirl_twoap_current_adp.png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Atlas page. Open the corresponding full-resolution PNG from transit_like_vet_sheets/ when the group wants to inspect a specific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/Users/tehan/PycharmProjects/TWIRL/reports/stage5_validation/s56_s62_morphology_corpus_teacher_v3_v1/accepted_signal_rereview.csv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/Users/tehan/PycharmProjects/TWIRL/data_local/label_reviews/s56_s62_signal_rereview/vet_sheets_s56_s62_a2v1_current_adp_v1/s0062-signal-final-fc0d4e8de5089c70_twirl_twoap_current_adp.png</a:t>
            </a:r>
          </a:p>
          <a:p xmlns:a="http://schemas.openxmlformats.org/drawingml/2006/main">
            <a:r>
              <a:t>- /Users/tehan/PycharmProjects/TWIRL/data_local/label_reviews/s56_s62_signal_rereview/vet_sheets_s56_s62_a2v1_current_adp_v1/s0062-signal-final-16da6841c945070f_twirl_twoap_current_adp.png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7b6f5476449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3914a78d2f4ae4" /><Relationship Type="http://schemas.openxmlformats.org/officeDocument/2006/relationships/slideLayout" Target="/ppt/slideLayouts/slideLayout1.xml" Id="Rfcdb088d165742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db088d165742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c94c4ef0a483d" /><Relationship Type="http://schemas.openxmlformats.org/officeDocument/2006/relationships/notesSlide" Target="/ppt/notesSlides/notesSlide1.xml" Id="R2aba1ec8be5649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6ba766fe74d3e" /><Relationship Type="http://schemas.openxmlformats.org/officeDocument/2006/relationships/notesSlide" Target="/ppt/notesSlides/notesSlide2.xml" Id="R8f504434fde24c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568e0dde84b98" /><Relationship Type="http://schemas.openxmlformats.org/officeDocument/2006/relationships/image" Target="/ppt/media/image.jpeg" Id="Rb91b9aba2e324468" /><Relationship Type="http://schemas.openxmlformats.org/officeDocument/2006/relationships/notesSlide" Target="/ppt/notesSlides/notesSlide3.xml" Id="Rfc49775155cb4b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32c87d7294f50" /><Relationship Type="http://schemas.openxmlformats.org/officeDocument/2006/relationships/notesSlide" Target="/ppt/notesSlides/notesSlide4.xml" Id="R433efc8ca11f43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910bcf4ef4819" /><Relationship Type="http://schemas.openxmlformats.org/officeDocument/2006/relationships/chart" Target="/ppt/slides/charts/chart1.xml" Id="R83702722ab34483a" /><Relationship Type="http://schemas.openxmlformats.org/officeDocument/2006/relationships/notesSlide" Target="/ppt/notesSlides/notesSlide5.xml" Id="Rc012a50305c945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7530a450146f9" /><Relationship Type="http://schemas.openxmlformats.org/officeDocument/2006/relationships/image" Target="/ppt/media/image2.jpeg" Id="Rebc5187a69b04e3e" /><Relationship Type="http://schemas.openxmlformats.org/officeDocument/2006/relationships/image" Target="/ppt/media/image3.jpeg" Id="R54096664d1814f21" /><Relationship Type="http://schemas.openxmlformats.org/officeDocument/2006/relationships/notesSlide" Target="/ppt/notesSlides/notesSlide6.xml" Id="R47ec549deca048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7e5f05e284525" /><Relationship Type="http://schemas.openxmlformats.org/officeDocument/2006/relationships/notesSlide" Target="/ppt/notesSlides/notesSlide7.xml" Id="R920a3bab951a4f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0dd27d123429d" /><Relationship Type="http://schemas.openxmlformats.org/officeDocument/2006/relationships/image" Target="/ppt/media/image.png" Id="Rae770803a1f04a72" /><Relationship Type="http://schemas.openxmlformats.org/officeDocument/2006/relationships/notesSlide" Target="/ppt/notesSlides/notesSlide8.xml" Id="Rd0df8087dd8c42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8ec42cc254710" /><Relationship Type="http://schemas.openxmlformats.org/officeDocument/2006/relationships/notesSlide" Target="/ppt/notesSlides/notesSlide9.xml" Id="R02736c42b9b849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fae3031204ad1" /><Relationship Type="http://schemas.openxmlformats.org/officeDocument/2006/relationships/notesSlide" Target="/ppt/notesSlides/notesSlide10.xml" Id="R4902f1e4f46f44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2d7a7f5ee4869" /><Relationship Type="http://schemas.openxmlformats.org/officeDocument/2006/relationships/image" Target="/ppt/media/image2.png" Id="Refde0e541cd94bd5" /><Relationship Type="http://schemas.openxmlformats.org/officeDocument/2006/relationships/notesSlide" Target="/ppt/notesSlides/notesSlide11.xml" Id="R0bc8995a90c04e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266abc2ea4b21" /><Relationship Type="http://schemas.openxmlformats.org/officeDocument/2006/relationships/notesSlide" Target="/ppt/notesSlides/notesSlide12.xml" Id="Rf7599869b6c848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49b27888d4e94" /><Relationship Type="http://schemas.openxmlformats.org/officeDocument/2006/relationships/notesSlide" Target="/ppt/notesSlides/notesSlide13.xml" Id="R6787f97a8c1b4d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06854970544d4" /><Relationship Type="http://schemas.openxmlformats.org/officeDocument/2006/relationships/image" Target="/ppt/media/image4.jpeg" Id="R4180ae27e35e4b86" /><Relationship Type="http://schemas.openxmlformats.org/officeDocument/2006/relationships/image" Target="/ppt/media/image5.jpeg" Id="R81d6038971a24457" /><Relationship Type="http://schemas.openxmlformats.org/officeDocument/2006/relationships/image" Target="/ppt/media/image6.jpeg" Id="R3771a2016cc44bd2" /><Relationship Type="http://schemas.openxmlformats.org/officeDocument/2006/relationships/image" Target="/ppt/media/image7.jpeg" Id="R755aa466481c4b77" /><Relationship Type="http://schemas.openxmlformats.org/officeDocument/2006/relationships/image" Target="/ppt/media/image8.jpeg" Id="R7bd19737f4c14e1a" /><Relationship Type="http://schemas.openxmlformats.org/officeDocument/2006/relationships/image" Target="/ppt/media/image9.jpeg" Id="Rbf0d598c6c1f4273" /><Relationship Type="http://schemas.openxmlformats.org/officeDocument/2006/relationships/notesSlide" Target="/ppt/notesSlides/notesSlide14.xml" Id="R32a9622a29134a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b53ab361c4f03" /><Relationship Type="http://schemas.openxmlformats.org/officeDocument/2006/relationships/image" Target="/ppt/media/image10.jpeg" Id="Rce96808dce144f39" /><Relationship Type="http://schemas.openxmlformats.org/officeDocument/2006/relationships/image" Target="/ppt/media/image11.jpeg" Id="R17a85e372cb64760" /><Relationship Type="http://schemas.openxmlformats.org/officeDocument/2006/relationships/image" Target="/ppt/media/image12.jpeg" Id="R8a9994fe9e3e401f" /><Relationship Type="http://schemas.openxmlformats.org/officeDocument/2006/relationships/image" Target="/ppt/media/image13.jpeg" Id="R5c2e3bdeef17433a" /><Relationship Type="http://schemas.openxmlformats.org/officeDocument/2006/relationships/image" Target="/ppt/media/image14.jpeg" Id="Reb06222f6b614b0a" /><Relationship Type="http://schemas.openxmlformats.org/officeDocument/2006/relationships/image" Target="/ppt/media/image15.jpeg" Id="R6edd7dfa8ca841b8" /><Relationship Type="http://schemas.openxmlformats.org/officeDocument/2006/relationships/notesSlide" Target="/ppt/notesSlides/notesSlide15.xml" Id="R620074947d3f49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a774920594b30" /><Relationship Type="http://schemas.openxmlformats.org/officeDocument/2006/relationships/image" Target="/ppt/media/image16.jpeg" Id="Rcb90591cd06b4f6e" /><Relationship Type="http://schemas.openxmlformats.org/officeDocument/2006/relationships/image" Target="/ppt/media/image17.jpeg" Id="R2e63cb3f68dc491f" /><Relationship Type="http://schemas.openxmlformats.org/officeDocument/2006/relationships/image" Target="/ppt/media/image18.jpeg" Id="R490fa5b9b0404f19" /><Relationship Type="http://schemas.openxmlformats.org/officeDocument/2006/relationships/image" Target="/ppt/media/image19.jpeg" Id="Rb1fe2a6f875644ac" /><Relationship Type="http://schemas.openxmlformats.org/officeDocument/2006/relationships/image" Target="/ppt/media/image20.jpeg" Id="R88054f0d8d8d41e4" /><Relationship Type="http://schemas.openxmlformats.org/officeDocument/2006/relationships/image" Target="/ppt/media/image21.jpeg" Id="R7305bb7da5844248" /><Relationship Type="http://schemas.openxmlformats.org/officeDocument/2006/relationships/notesSlide" Target="/ppt/notesSlides/notesSlide16.xml" Id="Rd1157ca669dc41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fa9ee86ae4afc" /><Relationship Type="http://schemas.openxmlformats.org/officeDocument/2006/relationships/image" Target="/ppt/media/image22.jpeg" Id="R7e2e2c627f6449c6" /><Relationship Type="http://schemas.openxmlformats.org/officeDocument/2006/relationships/image" Target="/ppt/media/image23.jpeg" Id="R4abd5cb99623401d" /><Relationship Type="http://schemas.openxmlformats.org/officeDocument/2006/relationships/image" Target="/ppt/media/image24.jpeg" Id="R8104e5ad5d60499a" /><Relationship Type="http://schemas.openxmlformats.org/officeDocument/2006/relationships/image" Target="/ppt/media/image25.jpeg" Id="R19c606629dfb4117" /><Relationship Type="http://schemas.openxmlformats.org/officeDocument/2006/relationships/image" Target="/ppt/media/image26.jpeg" Id="R74079f7e6ce2480d" /><Relationship Type="http://schemas.openxmlformats.org/officeDocument/2006/relationships/image" Target="/ppt/media/image27.jpeg" Id="R814f7b1cfaff4b34" /><Relationship Type="http://schemas.openxmlformats.org/officeDocument/2006/relationships/notesSlide" Target="/ppt/notesSlides/notesSlide17.xml" Id="R36af5558404549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682b49d584e76" /><Relationship Type="http://schemas.openxmlformats.org/officeDocument/2006/relationships/image" Target="/ppt/media/image28.jpeg" Id="Refb9c4f77be14da1" /><Relationship Type="http://schemas.openxmlformats.org/officeDocument/2006/relationships/image" Target="/ppt/media/image29.jpeg" Id="R42ed59b4aa8641ab" /><Relationship Type="http://schemas.openxmlformats.org/officeDocument/2006/relationships/image" Target="/ppt/media/image30.jpeg" Id="R186b59b781fb4a8b" /><Relationship Type="http://schemas.openxmlformats.org/officeDocument/2006/relationships/image" Target="/ppt/media/image31.jpeg" Id="R89a0856a21374bc9" /><Relationship Type="http://schemas.openxmlformats.org/officeDocument/2006/relationships/image" Target="/ppt/media/image32.jpeg" Id="Rab11086285c34d17" /><Relationship Type="http://schemas.openxmlformats.org/officeDocument/2006/relationships/image" Target="/ppt/media/image33.jpeg" Id="R6da5034a904a4d6e" /><Relationship Type="http://schemas.openxmlformats.org/officeDocument/2006/relationships/notesSlide" Target="/ppt/notesSlides/notesSlide18.xml" Id="R45c5a972539347a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9543193b14c82" /><Relationship Type="http://schemas.openxmlformats.org/officeDocument/2006/relationships/image" Target="/ppt/media/image34.jpeg" Id="R78f4ad87e1bb462f" /><Relationship Type="http://schemas.openxmlformats.org/officeDocument/2006/relationships/image" Target="/ppt/media/image35.jpeg" Id="R27c44a3678974a2f" /><Relationship Type="http://schemas.openxmlformats.org/officeDocument/2006/relationships/image" Target="/ppt/media/image36.jpeg" Id="R2ac4f5881db34704" /><Relationship Type="http://schemas.openxmlformats.org/officeDocument/2006/relationships/image" Target="/ppt/media/image37.jpeg" Id="R05ad0da187944a64" /><Relationship Type="http://schemas.openxmlformats.org/officeDocument/2006/relationships/image" Target="/ppt/media/image38.jpeg" Id="R03df0d6694d94095" /><Relationship Type="http://schemas.openxmlformats.org/officeDocument/2006/relationships/image" Target="/ppt/media/image39.jpeg" Id="R1a0768cc153e487b" /><Relationship Type="http://schemas.openxmlformats.org/officeDocument/2006/relationships/notesSlide" Target="/ppt/notesSlides/notesSlide19.xml" Id="R6b2359ea94c2407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e5c634b024667" /><Relationship Type="http://schemas.openxmlformats.org/officeDocument/2006/relationships/image" Target="/ppt/media/image40.jpeg" Id="R7dd37996a4c04b10" /><Relationship Type="http://schemas.openxmlformats.org/officeDocument/2006/relationships/image" Target="/ppt/media/image41.jpeg" Id="Ra53b73495126427a" /><Relationship Type="http://schemas.openxmlformats.org/officeDocument/2006/relationships/image" Target="/ppt/media/image42.jpeg" Id="R6571e082a9924f86" /><Relationship Type="http://schemas.openxmlformats.org/officeDocument/2006/relationships/image" Target="/ppt/media/image43.jpeg" Id="R9203ddcf1bd44e2b" /><Relationship Type="http://schemas.openxmlformats.org/officeDocument/2006/relationships/image" Target="/ppt/media/image44.jpeg" Id="Rc8b5cf2f06774e82" /><Relationship Type="http://schemas.openxmlformats.org/officeDocument/2006/relationships/image" Target="/ppt/media/image45.jpeg" Id="R0c3d2a0b7889490a" /><Relationship Type="http://schemas.openxmlformats.org/officeDocument/2006/relationships/notesSlide" Target="/ppt/notesSlides/notesSlide20.xml" Id="Reda31747fa3643a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9c0c62faa4a0a" /><Relationship Type="http://schemas.openxmlformats.org/officeDocument/2006/relationships/image" Target="/ppt/media/image46.jpeg" Id="Rc54014f5b9d14d03" /><Relationship Type="http://schemas.openxmlformats.org/officeDocument/2006/relationships/image" Target="/ppt/media/image47.jpeg" Id="R3104ea29876c4b57" /><Relationship Type="http://schemas.openxmlformats.org/officeDocument/2006/relationships/image" Target="/ppt/media/image48.jpeg" Id="Rd5c81d6f1fa3416a" /><Relationship Type="http://schemas.openxmlformats.org/officeDocument/2006/relationships/image" Target="/ppt/media/image49.jpeg" Id="R6f542152d7444ede" /><Relationship Type="http://schemas.openxmlformats.org/officeDocument/2006/relationships/image" Target="/ppt/media/image50.jpeg" Id="R7c676a5c7fa14a58" /><Relationship Type="http://schemas.openxmlformats.org/officeDocument/2006/relationships/image" Target="/ppt/media/image51.jpeg" Id="R2a2d05a7effc40f8" /><Relationship Type="http://schemas.openxmlformats.org/officeDocument/2006/relationships/notesSlide" Target="/ppt/notesSlides/notesSlide21.xml" Id="R21ed694da6da4b4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af57ff21f4e59" /><Relationship Type="http://schemas.openxmlformats.org/officeDocument/2006/relationships/image" Target="/ppt/media/image52.jpeg" Id="Rd1df9f1f7d76496f" /><Relationship Type="http://schemas.openxmlformats.org/officeDocument/2006/relationships/image" Target="/ppt/media/image53.jpeg" Id="R45a8fe435eb542e2" /><Relationship Type="http://schemas.openxmlformats.org/officeDocument/2006/relationships/image" Target="/ppt/media/image54.jpeg" Id="Rfaf70d23099f4903" /><Relationship Type="http://schemas.openxmlformats.org/officeDocument/2006/relationships/image" Target="/ppt/media/image55.jpeg" Id="Rd5efbf12e7bb48c9" /><Relationship Type="http://schemas.openxmlformats.org/officeDocument/2006/relationships/image" Target="/ppt/media/image56.jpeg" Id="Rf08934fb423e43ad" /><Relationship Type="http://schemas.openxmlformats.org/officeDocument/2006/relationships/image" Target="/ppt/media/image57.jpeg" Id="Rf0b7912f14404c1b" /><Relationship Type="http://schemas.openxmlformats.org/officeDocument/2006/relationships/notesSlide" Target="/ppt/notesSlides/notesSlide22.xml" Id="R2ad81a7108ed4f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888203c614272" /><Relationship Type="http://schemas.openxmlformats.org/officeDocument/2006/relationships/image" Target="/ppt/media/image58.jpeg" Id="R13b438baba2b47dc" /><Relationship Type="http://schemas.openxmlformats.org/officeDocument/2006/relationships/image" Target="/ppt/media/image59.jpeg" Id="Rb395dbb027c14efd" /><Relationship Type="http://schemas.openxmlformats.org/officeDocument/2006/relationships/image" Target="/ppt/media/image60.jpeg" Id="Rc975060ec05f46e8" /><Relationship Type="http://schemas.openxmlformats.org/officeDocument/2006/relationships/image" Target="/ppt/media/image61.jpeg" Id="R1033339aa5af4ab7" /><Relationship Type="http://schemas.openxmlformats.org/officeDocument/2006/relationships/image" Target="/ppt/media/image62.jpeg" Id="R28aa4328a9474b5f" /><Relationship Type="http://schemas.openxmlformats.org/officeDocument/2006/relationships/image" Target="/ppt/media/image63.jpeg" Id="R0f98af92046c44d9" /><Relationship Type="http://schemas.openxmlformats.org/officeDocument/2006/relationships/notesSlide" Target="/ppt/notesSlides/notesSlide23.xml" Id="Rba96729ff8e34c1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d15fb48fe414f" /><Relationship Type="http://schemas.openxmlformats.org/officeDocument/2006/relationships/image" Target="/ppt/media/image64.jpeg" Id="Raf08be2d8bb64a25" /><Relationship Type="http://schemas.openxmlformats.org/officeDocument/2006/relationships/image" Target="/ppt/media/image65.jpeg" Id="R737691119efc403e" /><Relationship Type="http://schemas.openxmlformats.org/officeDocument/2006/relationships/image" Target="/ppt/media/image66.jpeg" Id="R1167064016714b02" /><Relationship Type="http://schemas.openxmlformats.org/officeDocument/2006/relationships/image" Target="/ppt/media/image67.jpeg" Id="Rd312d26db16b43fa" /><Relationship Type="http://schemas.openxmlformats.org/officeDocument/2006/relationships/image" Target="/ppt/media/image68.jpeg" Id="R2f07d5cc43d74968" /><Relationship Type="http://schemas.openxmlformats.org/officeDocument/2006/relationships/image" Target="/ppt/media/image69.jpeg" Id="R89de47c9c201450a" /><Relationship Type="http://schemas.openxmlformats.org/officeDocument/2006/relationships/notesSlide" Target="/ppt/notesSlides/notesSlide24.xml" Id="R569ec996a7a946c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45696bc1a4f37" /><Relationship Type="http://schemas.openxmlformats.org/officeDocument/2006/relationships/image" Target="/ppt/media/image70.jpeg" Id="Rfedbe81c127e4b84" /><Relationship Type="http://schemas.openxmlformats.org/officeDocument/2006/relationships/image" Target="/ppt/media/image71.jpeg" Id="R0eb8d5e9dd3e4197" /><Relationship Type="http://schemas.openxmlformats.org/officeDocument/2006/relationships/image" Target="/ppt/media/image72.jpeg" Id="R152b17333e1a4b2d" /><Relationship Type="http://schemas.openxmlformats.org/officeDocument/2006/relationships/image" Target="/ppt/media/image73.jpeg" Id="R12e67db09a6d455a" /><Relationship Type="http://schemas.openxmlformats.org/officeDocument/2006/relationships/image" Target="/ppt/media/image74.jpeg" Id="R106cb6ec4abc4b63" /><Relationship Type="http://schemas.openxmlformats.org/officeDocument/2006/relationships/image" Target="/ppt/media/image75.jpeg" Id="R2f0fb14783d84015" /><Relationship Type="http://schemas.openxmlformats.org/officeDocument/2006/relationships/notesSlide" Target="/ppt/notesSlides/notesSlide25.xml" Id="R7f04fa523039416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43b6c483a440c" /><Relationship Type="http://schemas.openxmlformats.org/officeDocument/2006/relationships/image" Target="/ppt/media/image76.jpeg" Id="R61f8bba7a2214053" /><Relationship Type="http://schemas.openxmlformats.org/officeDocument/2006/relationships/image" Target="/ppt/media/image77.jpeg" Id="R415262d649fb4f7f" /><Relationship Type="http://schemas.openxmlformats.org/officeDocument/2006/relationships/image" Target="/ppt/media/image78.jpeg" Id="Rea96e7d0fb154deb" /><Relationship Type="http://schemas.openxmlformats.org/officeDocument/2006/relationships/image" Target="/ppt/media/image79.jpeg" Id="Rd2e181e485fd4d27" /><Relationship Type="http://schemas.openxmlformats.org/officeDocument/2006/relationships/image" Target="/ppt/media/image80.jpeg" Id="R7f9efe87e1d649ce" /><Relationship Type="http://schemas.openxmlformats.org/officeDocument/2006/relationships/image" Target="/ppt/media/image81.jpeg" Id="Rf98dee6caf484b21" /><Relationship Type="http://schemas.openxmlformats.org/officeDocument/2006/relationships/notesSlide" Target="/ppt/notesSlides/notesSlide26.xml" Id="R35e4c9992ef54a7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1cab144974bff" /><Relationship Type="http://schemas.openxmlformats.org/officeDocument/2006/relationships/image" Target="/ppt/media/image82.jpeg" Id="R62b066078c594663" /><Relationship Type="http://schemas.openxmlformats.org/officeDocument/2006/relationships/image" Target="/ppt/media/image83.jpeg" Id="Rbabd515cf7034717" /><Relationship Type="http://schemas.openxmlformats.org/officeDocument/2006/relationships/notesSlide" Target="/ppt/notesSlides/notesSlide27.xml" Id="Rad133bf9920f4bc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Planet-like observations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7"/>
              <c:pt idx="0">
                <c:v>S56</c:v>
              </c:pt>
              <c:pt idx="1">
                <c:v>S57</c:v>
              </c:pt>
              <c:pt idx="2">
                <c:v>S58</c:v>
              </c:pt>
              <c:pt idx="3">
                <c:v>S59</c:v>
              </c:pt>
              <c:pt idx="4">
                <c:v>S60</c:v>
              </c:pt>
              <c:pt idx="5">
                <c:v>S61</c:v>
              </c:pt>
              <c:pt idx="6">
                <c:v>S62</c:v>
              </c:pt>
            </c:strLit>
          </c:cat>
          <c:val>
            <c:numLit>
              <c:formatCode>General</c:formatCode>
              <c:ptCount val="7"/>
              <c:pt idx="0">
                <c:v>30</c:v>
              </c:pt>
              <c:pt idx="1">
                <c:v>5</c:v>
              </c:pt>
              <c:pt idx="2">
                <c:v>6</c:v>
              </c:pt>
              <c:pt idx="3">
                <c:v>4</c:v>
              </c:pt>
              <c:pt idx="4">
                <c:v>6</c:v>
              </c:pt>
              <c:pt idx="5">
                <c:v>12</c:v>
              </c:pt>
              <c:pt idx="6">
                <c:v>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3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76C95572-44EE-4F3E-B0E0-52D42E17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TWIRL · CANDIDATE + MODEL UPDATE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D670E5A6-8924-493D-9AEE-3DF43446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S56–S62 candidates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model status</a:t>
            </a:r>
          </a:p>
        </p:txBody>
      </p:sp>
      <p:sp>
        <p:nvSpPr>
          <p:cNvPr id="3" name="rule-42-474">
            <a:extLst xmlns:a="http://schemas.openxmlformats.org/drawingml/2006/main">
              <a:ext uri="{FF2B5EF4-FFF2-40B4-BE49-F238E27FC236}">
                <a16:creationId xmlns:a16="http://schemas.microsoft.com/office/drawing/2014/main" id="{474831A7-AB29-43FC-A15D-D6CD9E4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1391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BC123432-DFCD-4007-9003-12CD145C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Julien team meeting · 6 August 2026</a:t>
            </a:r>
          </a:p>
        </p:txBody>
      </p:sp>
      <p:sp>
        <p:nvSpPr>
          <p:cNvPr id="5" name="deck-scope">
            <a:extLst xmlns:a="http://schemas.openxmlformats.org/drawingml/2006/main">
              <a:ext uri="{FF2B5EF4-FFF2-40B4-BE49-F238E27FC236}">
                <a16:creationId xmlns:a16="http://schemas.microsoft.com/office/drawing/2014/main" id="{CD2BDEA8-2224-4B46-9858-9BFA71E1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Human morphology, teacher models, and leakage-safe SSL</a:t>
            </a:r>
          </a:p>
        </p:txBody>
      </p:sp>
    </p:spTree>
    <p:extLst>
      <p:ext uri="{BB962C8B-B14F-4D97-AF65-F5344CB8AC3E}">
        <p14:creationId xmlns:p14="http://schemas.microsoft.com/office/powerpoint/2010/main" val="1917771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FF1340E0-7139-43FA-ACDB-AFA0055E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TWIRL · S56–S62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D8EFC4-ECAD-4E90-A9DF-EB4AE707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 have an auditable review system—not a final classifier.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8863F32-5C8A-428D-8D28-3E856271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ready-summary">
            <a:extLst xmlns:a="http://schemas.openxmlformats.org/drawingml/2006/main">
              <a:ext uri="{FF2B5EF4-FFF2-40B4-BE49-F238E27FC236}">
                <a16:creationId xmlns:a16="http://schemas.microsoft.com/office/drawing/2014/main" id="{0B9568E9-459B-49BD-AB26-13A2B00B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Ready to show: uniform current-ADP sheets, frozen human decisions, and a calibrated Teacher v3 enrichment result. Active now: matched development evaluation of the five SSL encoders.</a:t>
            </a:r>
          </a:p>
        </p:txBody>
      </p:sp>
      <p:sp>
        <p:nvSpPr>
          <p:cNvPr id="5" name="metric-509">
            <a:extLst xmlns:a="http://schemas.openxmlformats.org/drawingml/2006/main">
              <a:ext uri="{FF2B5EF4-FFF2-40B4-BE49-F238E27FC236}">
                <a16:creationId xmlns:a16="http://schemas.microsoft.com/office/drawing/2014/main" id="{08B91C15-60AF-44CA-B29B-3DC10902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metric-accent-509">
            <a:extLst xmlns:a="http://schemas.openxmlformats.org/drawingml/2006/main">
              <a:ext uri="{FF2B5EF4-FFF2-40B4-BE49-F238E27FC236}">
                <a16:creationId xmlns:a16="http://schemas.microsoft.com/office/drawing/2014/main" id="{4C5A2122-E989-46DC-AA4F-24130330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95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stat-509">
            <a:extLst xmlns:a="http://schemas.openxmlformats.org/drawingml/2006/main">
              <a:ext uri="{FF2B5EF4-FFF2-40B4-BE49-F238E27FC236}">
                <a16:creationId xmlns:a16="http://schemas.microsoft.com/office/drawing/2014/main" id="{BBBE9EFA-C353-4111-9A8A-FC6B7AEB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509</a:t>
            </a:r>
          </a:p>
        </p:txBody>
      </p:sp>
      <p:sp>
        <p:nvSpPr>
          <p:cNvPr id="8" name="metric-label-509">
            <a:extLst xmlns:a="http://schemas.openxmlformats.org/drawingml/2006/main">
              <a:ext uri="{FF2B5EF4-FFF2-40B4-BE49-F238E27FC236}">
                <a16:creationId xmlns:a16="http://schemas.microsoft.com/office/drawing/2014/main" id="{8B4CA006-3F48-474E-B956-2ADDCF6A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human-reviewed top-signal observations</a:t>
            </a:r>
          </a:p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493 unique TICs</a:t>
            </a:r>
          </a:p>
        </p:txBody>
      </p:sp>
      <p:sp>
        <p:nvSpPr>
          <p:cNvPr id="9" name="metric-80">
            <a:extLst xmlns:a="http://schemas.openxmlformats.org/drawingml/2006/main">
              <a:ext uri="{FF2B5EF4-FFF2-40B4-BE49-F238E27FC236}">
                <a16:creationId xmlns:a16="http://schemas.microsoft.com/office/drawing/2014/main" id="{80D88092-66DC-47DC-B356-C1EF17A7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metric-accent-80">
            <a:extLst xmlns:a="http://schemas.openxmlformats.org/drawingml/2006/main">
              <a:ext uri="{FF2B5EF4-FFF2-40B4-BE49-F238E27FC236}">
                <a16:creationId xmlns:a16="http://schemas.microsoft.com/office/drawing/2014/main" id="{0F0F0FD8-F47A-4804-80BE-2B444AB6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95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stat-80">
            <a:extLst xmlns:a="http://schemas.openxmlformats.org/drawingml/2006/main">
              <a:ext uri="{FF2B5EF4-FFF2-40B4-BE49-F238E27FC236}">
                <a16:creationId xmlns:a16="http://schemas.microsoft.com/office/drawing/2014/main" id="{C0A9F315-E049-418A-919B-43A1693E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7662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80</a:t>
            </a:r>
          </a:p>
        </p:txBody>
      </p:sp>
      <p:sp>
        <p:nvSpPr>
          <p:cNvPr id="12" name="metric-label-80">
            <a:extLst xmlns:a="http://schemas.openxmlformats.org/drawingml/2006/main">
              <a:ext uri="{FF2B5EF4-FFF2-40B4-BE49-F238E27FC236}">
                <a16:creationId xmlns:a16="http://schemas.microsoft.com/office/drawing/2014/main" id="{222CE91F-2511-4891-996D-6E6A25AE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625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2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Planet-like + broad/wide-transit morphologies</a:t>
            </a:r>
          </a:p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75 unique TICs</a:t>
            </a:r>
          </a:p>
        </p:txBody>
      </p:sp>
      <p:sp>
        <p:nvSpPr>
          <p:cNvPr id="13" name="metric-5×20">
            <a:extLst xmlns:a="http://schemas.openxmlformats.org/drawingml/2006/main">
              <a:ext uri="{FF2B5EF4-FFF2-40B4-BE49-F238E27FC236}">
                <a16:creationId xmlns:a16="http://schemas.microsoft.com/office/drawing/2014/main" id="{7AB32D2B-4720-4951-BDAB-18531758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metric-accent-5×20">
            <a:extLst xmlns:a="http://schemas.openxmlformats.org/drawingml/2006/main">
              <a:ext uri="{FF2B5EF4-FFF2-40B4-BE49-F238E27FC236}">
                <a16:creationId xmlns:a16="http://schemas.microsoft.com/office/drawing/2014/main" id="{796A8F13-EE06-4520-9A56-1EAE0E7F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95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stat-5×20">
            <a:extLst xmlns:a="http://schemas.openxmlformats.org/drawingml/2006/main">
              <a:ext uri="{FF2B5EF4-FFF2-40B4-BE49-F238E27FC236}">
                <a16:creationId xmlns:a16="http://schemas.microsoft.com/office/drawing/2014/main" id="{D4A230F4-C9D7-44B5-B9E1-6BDEBD32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7662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5×20</a:t>
            </a:r>
          </a:p>
        </p:txBody>
      </p:sp>
      <p:sp>
        <p:nvSpPr>
          <p:cNvPr id="16" name="metric-label-5×20">
            <a:extLst xmlns:a="http://schemas.openxmlformats.org/drawingml/2006/main">
              <a:ext uri="{FF2B5EF4-FFF2-40B4-BE49-F238E27FC236}">
                <a16:creationId xmlns:a16="http://schemas.microsoft.com/office/drawing/2014/main" id="{85E3F93E-AA15-4B36-9324-BABFBF92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625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full-pool SSL fold encoders × epochs</a:t>
            </a:r>
          </a:p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100 completed epochs</a:t>
            </a:r>
          </a:p>
        </p:txBody>
      </p:sp>
      <p:sp>
        <p:nvSpPr>
          <p:cNvPr id="17" name="claim-boundary">
            <a:extLst xmlns:a="http://schemas.openxmlformats.org/drawingml/2006/main">
              <a:ext uri="{FF2B5EF4-FFF2-40B4-BE49-F238E27FC236}">
                <a16:creationId xmlns:a16="http://schemas.microsoft.com/office/drawing/2014/main" id="{D5190C6F-CC02-4AEA-9721-020C1D0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Not yet claimable: confirmed objects, survey-wide classification, completeness, or occurrence.</a:t>
            </a:r>
          </a:p>
        </p:txBody>
      </p:sp>
    </p:spTree>
    <p:extLst>
      <p:ext uri="{BB962C8B-B14F-4D97-AF65-F5344CB8AC3E}">
        <p14:creationId xmlns:p14="http://schemas.microsoft.com/office/powerpoint/2010/main" val="922207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895456A8-8E61-4453-A6A1-C34A8B53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TWIRL · S56–S62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D877AD-F12E-41B2-BDF1-DBE5332E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WD 1856 b is recovered in both active ADP apertures.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87F304-2B34-4D12-B0C1-485A0DF9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wd1856-current-adp-backing">
            <a:extLst xmlns:a="http://schemas.openxmlformats.org/drawingml/2006/main">
              <a:ext uri="{FF2B5EF4-FFF2-40B4-BE49-F238E27FC236}">
                <a16:creationId xmlns:a16="http://schemas.microsoft.com/office/drawing/2014/main" id="{5EC3FF2A-0EAE-4F24-9DE9-257C9791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733425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b9aba2e324468"/>
          <a:stretch xmlns:a="http://schemas.openxmlformats.org/drawingml/2006/main"/>
        </p:blipFill>
        <p:spPr>
          <a:xfrm xmlns:a="http://schemas.openxmlformats.org/drawingml/2006/main">
            <a:off x="545699" y="1409700"/>
            <a:ext cx="7042951" cy="4533900"/>
          </a:xfrm>
          <a:prstGeom xmlns:a="http://schemas.openxmlformats.org/drawingml/2006/main" prst="rect">
            <a:avLst/>
          </a:prstGeom>
        </p:spPr>
      </p:pic>
      <p:sp>
        <p:nvSpPr>
          <p:cNvPr id="6" name="benchmark-label">
            <a:extLst xmlns:a="http://schemas.openxmlformats.org/drawingml/2006/main">
              <a:ext uri="{FF2B5EF4-FFF2-40B4-BE49-F238E27FC236}">
                <a16:creationId xmlns:a16="http://schemas.microsoft.com/office/drawing/2014/main" id="{AA8BD76D-739D-4285-B86C-7F0DF855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KNOWN BENCHMARK</a:t>
            </a:r>
          </a:p>
        </p:txBody>
      </p:sp>
      <p:sp>
        <p:nvSpPr>
          <p:cNvPr id="7" name="benchmark-period">
            <a:extLst xmlns:a="http://schemas.openxmlformats.org/drawingml/2006/main">
              <a:ext uri="{FF2B5EF4-FFF2-40B4-BE49-F238E27FC236}">
                <a16:creationId xmlns:a16="http://schemas.microsoft.com/office/drawing/2014/main" id="{6E621A9C-40D1-45A2-9568-0363460F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1.407845 d</a:t>
            </a:r>
          </a:p>
        </p:txBody>
      </p:sp>
      <p:sp>
        <p:nvSpPr>
          <p:cNvPr id="8" name="benchmark-period-label">
            <a:extLst xmlns:a="http://schemas.openxmlformats.org/drawingml/2006/main">
              <a:ext uri="{FF2B5EF4-FFF2-40B4-BE49-F238E27FC236}">
                <a16:creationId xmlns:a16="http://schemas.microsoft.com/office/drawing/2014/main" id="{D62CD884-0A5C-4ED8-97F6-48D99956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displayed current-ADP period</a:t>
            </a:r>
          </a:p>
        </p:txBody>
      </p:sp>
      <p:sp>
        <p:nvSpPr>
          <p:cNvPr id="9" name="benchmark-bullets">
            <a:extLst xmlns:a="http://schemas.openxmlformats.org/drawingml/2006/main">
              <a:ext uri="{FF2B5EF4-FFF2-40B4-BE49-F238E27FC236}">
                <a16:creationId xmlns:a16="http://schemas.microsoft.com/office/drawing/2014/main" id="{7611FC76-DCD2-4CC3-9E1A-D4ACE961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33337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9"/>
              </a:spcAft>
              <a:buChar char="•"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Rank one in both active ADP apertures.</a:t>
            </a:r>
          </a:p>
          <a:p xmlns:a="http://schemas.openxmlformats.org/drawingml/2006/main">
            <a:pPr marL="22" indent="-12" algn="l">
              <a:spcAft>
                <a:spcPts val="9"/>
              </a:spcAft>
              <a:buChar char="•"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S56 product contains 31,450 target FITS files.</a:t>
            </a:r>
          </a:p>
          <a:p xmlns:a="http://schemas.openxmlformats.org/drawingml/2006/main">
            <a:pPr marL="22" indent="-12" algn="l">
              <a:spcAft>
                <a:spcPts val="9"/>
              </a:spcAft>
              <a:buChar char="•"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31,446 targets pass the paired-teacher usability contract.</a:t>
            </a:r>
          </a:p>
          <a:p xmlns:a="http://schemas.openxmlformats.org/drawingml/2006/main">
            <a:pPr marL="22" indent="-12" algn="l">
              <a:spcAft>
                <a:spcPts val="9"/>
              </a:spcAft>
              <a:buChar char="•"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benchmark recovery verifies one favorable system—not survey completeness.</a:t>
            </a:r>
          </a:p>
        </p:txBody>
      </p:sp>
      <p:sp>
        <p:nvSpPr>
          <p:cNvPr id="10" name="benchmark-caption">
            <a:extLst xmlns:a="http://schemas.openxmlformats.org/drawingml/2006/main">
              <a:ext uri="{FF2B5EF4-FFF2-40B4-BE49-F238E27FC236}">
                <a16:creationId xmlns:a16="http://schemas.microsoft.com/office/drawing/2014/main" id="{67F4AAE3-628A-498B-82CD-A2364A2C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TIC 267574918 · S56 · current A2v1 ADP-small + ADP primary</a:t>
            </a:r>
          </a:p>
        </p:txBody>
      </p:sp>
    </p:spTree>
    <p:extLst>
      <p:ext uri="{BB962C8B-B14F-4D97-AF65-F5344CB8AC3E}">
        <p14:creationId xmlns:p14="http://schemas.microsoft.com/office/powerpoint/2010/main" val="958949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89CEDD8-97A5-42F2-BE6E-1CA92D6B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TWIRL · JULIEN COMPARISON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8F6341-CA34-4222-A365-EF267AEB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Julien’s ten-system comparison already improved A2v1.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175CC28-49A9-4630-9869-5F303BFC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julien-summary">
            <a:extLst xmlns:a="http://schemas.openxmlformats.org/drawingml/2006/main">
              <a:ext uri="{FF2B5EF4-FFF2-40B4-BE49-F238E27FC236}">
                <a16:creationId xmlns:a16="http://schemas.microsoft.com/office/drawing/2014/main" id="{DC13F889-0D7B-4A79-9FAD-95B619F5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The comparison was useful twice: it confirmed period-level agreement for the available products and exposed a real faint-target emission defect in the legacy extraction.</a:t>
            </a:r>
          </a:p>
        </p:txBody>
      </p:sp>
      <p:sp>
        <p:nvSpPr>
          <p:cNvPr id="5" name="metric-9/10">
            <a:extLst xmlns:a="http://schemas.openxmlformats.org/drawingml/2006/main">
              <a:ext uri="{FF2B5EF4-FFF2-40B4-BE49-F238E27FC236}">
                <a16:creationId xmlns:a16="http://schemas.microsoft.com/office/drawing/2014/main" id="{67CBEA1C-D652-472B-A2A6-157386EB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metric-accent-9/10">
            <a:extLst xmlns:a="http://schemas.openxmlformats.org/drawingml/2006/main">
              <a:ext uri="{FF2B5EF4-FFF2-40B4-BE49-F238E27FC236}">
                <a16:creationId xmlns:a16="http://schemas.microsoft.com/office/drawing/2014/main" id="{D6230FE7-0E6B-4AC1-8432-F6440EFD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95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stat-9/10">
            <a:extLst xmlns:a="http://schemas.openxmlformats.org/drawingml/2006/main">
              <a:ext uri="{FF2B5EF4-FFF2-40B4-BE49-F238E27FC236}">
                <a16:creationId xmlns:a16="http://schemas.microsoft.com/office/drawing/2014/main" id="{AC4210D7-40C7-40D1-A46B-643DA9A8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9/10</a:t>
            </a:r>
          </a:p>
        </p:txBody>
      </p:sp>
      <p:sp>
        <p:nvSpPr>
          <p:cNvPr id="8" name="metric-label-9/10">
            <a:extLst xmlns:a="http://schemas.openxmlformats.org/drawingml/2006/main">
              <a:ext uri="{FF2B5EF4-FFF2-40B4-BE49-F238E27FC236}">
                <a16:creationId xmlns:a16="http://schemas.microsoft.com/office/drawing/2014/main" id="{83B3C1E3-33C2-4620-9DB9-D6FEFF85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legacy S56 light-curve products existed</a:t>
            </a:r>
          </a:p>
        </p:txBody>
      </p:sp>
      <p:sp>
        <p:nvSpPr>
          <p:cNvPr id="9" name="metric-9/9">
            <a:extLst xmlns:a="http://schemas.openxmlformats.org/drawingml/2006/main">
              <a:ext uri="{FF2B5EF4-FFF2-40B4-BE49-F238E27FC236}">
                <a16:creationId xmlns:a16="http://schemas.microsoft.com/office/drawing/2014/main" id="{B940B901-E884-4881-AEBD-93D4629D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metric-accent-9/9">
            <a:extLst xmlns:a="http://schemas.openxmlformats.org/drawingml/2006/main">
              <a:ext uri="{FF2B5EF4-FFF2-40B4-BE49-F238E27FC236}">
                <a16:creationId xmlns:a16="http://schemas.microsoft.com/office/drawing/2014/main" id="{884BC82D-52B5-4B94-87AD-4209FE75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95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stat-9/9">
            <a:extLst xmlns:a="http://schemas.openxmlformats.org/drawingml/2006/main">
              <a:ext uri="{FF2B5EF4-FFF2-40B4-BE49-F238E27FC236}">
                <a16:creationId xmlns:a16="http://schemas.microsoft.com/office/drawing/2014/main" id="{5A12FC2D-44DF-4B85-B7F2-2B511799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7662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9/9</a:t>
            </a:r>
          </a:p>
        </p:txBody>
      </p:sp>
      <p:sp>
        <p:nvSpPr>
          <p:cNvPr id="12" name="metric-label-9/9">
            <a:extLst xmlns:a="http://schemas.openxmlformats.org/drawingml/2006/main">
              <a:ext uri="{FF2B5EF4-FFF2-40B4-BE49-F238E27FC236}">
                <a16:creationId xmlns:a16="http://schemas.microsoft.com/office/drawing/2014/main" id="{712F9DA1-0795-41F2-8D7F-308A7CD7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625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available periods matched directly or by an integer harmonic</a:t>
            </a:r>
          </a:p>
        </p:txBody>
      </p:sp>
      <p:sp>
        <p:nvSpPr>
          <p:cNvPr id="13" name="metric-1">
            <a:extLst xmlns:a="http://schemas.openxmlformats.org/drawingml/2006/main">
              <a:ext uri="{FF2B5EF4-FFF2-40B4-BE49-F238E27FC236}">
                <a16:creationId xmlns:a16="http://schemas.microsoft.com/office/drawing/2014/main" id="{AF246364-4B8C-4CB4-B15B-7BC58C21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metric-accent-1">
            <a:extLst xmlns:a="http://schemas.openxmlformats.org/drawingml/2006/main">
              <a:ext uri="{FF2B5EF4-FFF2-40B4-BE49-F238E27FC236}">
                <a16:creationId xmlns:a16="http://schemas.microsoft.com/office/drawing/2014/main" id="{71339DB1-9B2F-4924-BC30-C10043EE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95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9D189352-B67A-42CD-85EB-55F36B9C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7662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6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7001CF31-BB67-423B-85AD-D6B6DDA6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625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old Tmag&lt;20 target-emission gap</a:t>
            </a:r>
          </a:p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now fixed at extraction level</a:t>
            </a:r>
          </a:p>
        </p:txBody>
      </p:sp>
      <p:sp>
        <p:nvSpPr>
          <p:cNvPr id="17" name="julien-caveat">
            <a:extLst xmlns:a="http://schemas.openxmlformats.org/drawingml/2006/main">
              <a:ext uri="{FF2B5EF4-FFF2-40B4-BE49-F238E27FC236}">
                <a16:creationId xmlns:a16="http://schemas.microsoft.com/office/drawing/2014/main" id="{5C3484A3-2184-47FC-8D5E-D6B589B5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674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The tenth system has not yet been rerendered against Julien’s period; two of the original nine remain aperture-disagreement discussion cases.</a:t>
            </a:r>
          </a:p>
        </p:txBody>
      </p:sp>
    </p:spTree>
    <p:extLst>
      <p:ext uri="{BB962C8B-B14F-4D97-AF65-F5344CB8AC3E}">
        <p14:creationId xmlns:p14="http://schemas.microsoft.com/office/powerpoint/2010/main" val="1364202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AF46A83D-80B0-46DA-AEBE-CCDEDE06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TWIRL · S56–S62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98FD73-B0DD-48BF-BEC6-D49693F3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final review gives us a concrete candidate atlas.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46A707F-B35D-4C60-A253-3636FF30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5810250" cy="4810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702722ab34483a"/>
          </a:graphicData>
        </a:graphic>
      </p:graphicFrame>
      <p:sp>
        <p:nvSpPr>
          <p:cNvPr id="5" name="candidate-callout-509 / 493">
            <a:extLst xmlns:a="http://schemas.openxmlformats.org/drawingml/2006/main">
              <a:ext uri="{FF2B5EF4-FFF2-40B4-BE49-F238E27FC236}">
                <a16:creationId xmlns:a16="http://schemas.microsoft.com/office/drawing/2014/main" id="{3BD128B8-6596-4065-B2EC-08DA4F82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andidate-callout-accent-509 / 493">
            <a:extLst xmlns:a="http://schemas.openxmlformats.org/drawingml/2006/main">
              <a:ext uri="{FF2B5EF4-FFF2-40B4-BE49-F238E27FC236}">
                <a16:creationId xmlns:a16="http://schemas.microsoft.com/office/drawing/2014/main" id="{D0119BE7-F7E1-425E-8875-CC958595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ndidate-callout-stat-509 / 493">
            <a:extLst xmlns:a="http://schemas.openxmlformats.org/drawingml/2006/main">
              <a:ext uri="{FF2B5EF4-FFF2-40B4-BE49-F238E27FC236}">
                <a16:creationId xmlns:a16="http://schemas.microsoft.com/office/drawing/2014/main" id="{C2F86E7A-5483-4EFA-B0E1-78ABCFF0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573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509 / 493</a:t>
            </a:r>
          </a:p>
        </p:txBody>
      </p:sp>
      <p:sp>
        <p:nvSpPr>
          <p:cNvPr id="8" name="candidate-callout-label-509 / 493">
            <a:extLst xmlns:a="http://schemas.openxmlformats.org/drawingml/2006/main">
              <a:ext uri="{FF2B5EF4-FFF2-40B4-BE49-F238E27FC236}">
                <a16:creationId xmlns:a16="http://schemas.microsoft.com/office/drawing/2014/main" id="{22A61EE5-4648-472E-972E-8D86C212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28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reviewed observations / TICs</a:t>
            </a:r>
          </a:p>
        </p:txBody>
      </p:sp>
      <p:sp>
        <p:nvSpPr>
          <p:cNvPr id="9" name="candidate-callout-70 + 10">
            <a:extLst xmlns:a="http://schemas.openxmlformats.org/drawingml/2006/main">
              <a:ext uri="{FF2B5EF4-FFF2-40B4-BE49-F238E27FC236}">
                <a16:creationId xmlns:a16="http://schemas.microsoft.com/office/drawing/2014/main" id="{DBFD967D-6857-4BC3-83C9-51FAAF8C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candidate-callout-accent-70 + 10">
            <a:extLst xmlns:a="http://schemas.openxmlformats.org/drawingml/2006/main">
              <a:ext uri="{FF2B5EF4-FFF2-40B4-BE49-F238E27FC236}">
                <a16:creationId xmlns:a16="http://schemas.microsoft.com/office/drawing/2014/main" id="{2E9517D6-7BBD-4DD3-BF63-D0297883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ndidate-callout-stat-70 + 10">
            <a:extLst xmlns:a="http://schemas.openxmlformats.org/drawingml/2006/main">
              <a:ext uri="{FF2B5EF4-FFF2-40B4-BE49-F238E27FC236}">
                <a16:creationId xmlns:a16="http://schemas.microsoft.com/office/drawing/2014/main" id="{97F4CE95-DBA4-4D0C-B3B1-ED3CD0DA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623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70 + 10</a:t>
            </a:r>
          </a:p>
        </p:txBody>
      </p:sp>
      <p:sp>
        <p:nvSpPr>
          <p:cNvPr id="12" name="candidate-callout-label-70 + 10">
            <a:extLst xmlns:a="http://schemas.openxmlformats.org/drawingml/2006/main">
              <a:ext uri="{FF2B5EF4-FFF2-40B4-BE49-F238E27FC236}">
                <a16:creationId xmlns:a16="http://schemas.microsoft.com/office/drawing/2014/main" id="{C83DA5BA-AA20-4FA1-8829-7D206572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33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Planet-like + broad/wide morphologies</a:t>
            </a:r>
          </a:p>
        </p:txBody>
      </p:sp>
      <p:sp>
        <p:nvSpPr>
          <p:cNvPr id="13" name="candidate-callout-419">
            <a:extLst xmlns:a="http://schemas.openxmlformats.org/drawingml/2006/main">
              <a:ext uri="{FF2B5EF4-FFF2-40B4-BE49-F238E27FC236}">
                <a16:creationId xmlns:a16="http://schemas.microsoft.com/office/drawing/2014/main" id="{8C1D4829-3DB6-46E2-A415-5927DCF9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andidate-callout-accent-419">
            <a:extLst xmlns:a="http://schemas.openxmlformats.org/drawingml/2006/main">
              <a:ext uri="{FF2B5EF4-FFF2-40B4-BE49-F238E27FC236}">
                <a16:creationId xmlns:a16="http://schemas.microsoft.com/office/drawing/2014/main" id="{3EE698E8-A7CC-41E1-BDAC-CD38D0B2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ndidate-callout-stat-419">
            <a:extLst xmlns:a="http://schemas.openxmlformats.org/drawingml/2006/main">
              <a:ext uri="{FF2B5EF4-FFF2-40B4-BE49-F238E27FC236}">
                <a16:creationId xmlns:a16="http://schemas.microsoft.com/office/drawing/2014/main" id="{39F00DFB-350E-416C-847F-29E2BBF3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672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419</a:t>
            </a:r>
          </a:p>
        </p:txBody>
      </p:sp>
      <p:sp>
        <p:nvSpPr>
          <p:cNvPr id="16" name="candidate-callout-label-419">
            <a:extLst xmlns:a="http://schemas.openxmlformats.org/drawingml/2006/main">
              <a:ext uri="{FF2B5EF4-FFF2-40B4-BE49-F238E27FC236}">
                <a16:creationId xmlns:a16="http://schemas.microsoft.com/office/drawing/2014/main" id="{08CB5AC8-A290-4965-9035-08FDC567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EB/PCEB morphologies · 408 TICs</a:t>
            </a:r>
          </a:p>
        </p:txBody>
      </p:sp>
      <p:sp>
        <p:nvSpPr>
          <p:cNvPr id="17" name="candidate-atlas-caveat">
            <a:extLst xmlns:a="http://schemas.openxmlformats.org/drawingml/2006/main">
              <a:ext uri="{FF2B5EF4-FFF2-40B4-BE49-F238E27FC236}">
                <a16:creationId xmlns:a16="http://schemas.microsoft.com/office/drawing/2014/main" id="{B1E0D53F-C162-4797-A3EF-5A07C40B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626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Enriched morphology review—not an unbiased sector sample and not a confirmed-object catalog.</a:t>
            </a:r>
          </a:p>
        </p:txBody>
      </p:sp>
    </p:spTree>
    <p:extLst>
      <p:ext uri="{BB962C8B-B14F-4D97-AF65-F5344CB8AC3E}">
        <p14:creationId xmlns:p14="http://schemas.microsoft.com/office/powerpoint/2010/main" val="219081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DDAF6B8C-602E-4682-8ADE-B0ED5C2A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TWIRL · S56–S62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984DAE-9BE3-478E-B93F-B8BFBEBE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Planet-like hosts repeat across S56 and S57.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DA6F95D-2878-4F4C-BD03-79D46F50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repeat-label-56">
            <a:extLst xmlns:a="http://schemas.openxmlformats.org/drawingml/2006/main">
              <a:ext uri="{FF2B5EF4-FFF2-40B4-BE49-F238E27FC236}">
                <a16:creationId xmlns:a16="http://schemas.microsoft.com/office/drawing/2014/main" id="{D4E60A8A-5B92-4295-8CA4-494FCED3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S56 · TIC 1201294971 · P = 0.286004 d</a:t>
            </a:r>
          </a:p>
        </p:txBody>
      </p:sp>
      <p:sp>
        <p:nvSpPr>
          <p:cNvPr id="5" name="repeat-56-backing">
            <a:extLst xmlns:a="http://schemas.openxmlformats.org/drawingml/2006/main">
              <a:ext uri="{FF2B5EF4-FFF2-40B4-BE49-F238E27FC236}">
                <a16:creationId xmlns:a16="http://schemas.microsoft.com/office/drawing/2014/main" id="{B96A9749-A871-4541-B840-AA8A8174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6858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5187a69b04e3e"/>
          <a:stretch xmlns:a="http://schemas.openxmlformats.org/drawingml/2006/main"/>
        </p:blipFill>
        <p:spPr>
          <a:xfrm xmlns:a="http://schemas.openxmlformats.org/drawingml/2006/main">
            <a:off x="401830" y="1695450"/>
            <a:ext cx="6854439" cy="1571625"/>
          </a:xfrm>
          <a:prstGeom xmlns:a="http://schemas.openxmlformats.org/drawingml/2006/main" prst="rect">
            <a:avLst/>
          </a:prstGeom>
        </p:spPr>
      </p:pic>
      <p:sp>
        <p:nvSpPr>
          <p:cNvPr id="7" name="repeat-label-57">
            <a:extLst xmlns:a="http://schemas.openxmlformats.org/drawingml/2006/main">
              <a:ext uri="{FF2B5EF4-FFF2-40B4-BE49-F238E27FC236}">
                <a16:creationId xmlns:a16="http://schemas.microsoft.com/office/drawing/2014/main" id="{32C613ED-1C7A-493E-B03F-5BC8CAE7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S57 · TIC 1201294971 · P = 0.286041 d</a:t>
            </a:r>
          </a:p>
        </p:txBody>
      </p:sp>
      <p:sp>
        <p:nvSpPr>
          <p:cNvPr id="8" name="repeat-57-backing">
            <a:extLst xmlns:a="http://schemas.openxmlformats.org/drawingml/2006/main">
              <a:ext uri="{FF2B5EF4-FFF2-40B4-BE49-F238E27FC236}">
                <a16:creationId xmlns:a16="http://schemas.microsoft.com/office/drawing/2014/main" id="{606AF4FE-12D9-4932-B461-139D3072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43325"/>
            <a:ext cx="6858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96664d1814f21"/>
          <a:stretch xmlns:a="http://schemas.openxmlformats.org/drawingml/2006/main"/>
        </p:blipFill>
        <p:spPr>
          <a:xfrm xmlns:a="http://schemas.openxmlformats.org/drawingml/2006/main">
            <a:off x="401830" y="3743325"/>
            <a:ext cx="6854439" cy="1571625"/>
          </a:xfrm>
          <a:prstGeom xmlns:a="http://schemas.openxmlformats.org/drawingml/2006/main" prst="rect">
            <a:avLst/>
          </a:prstGeom>
        </p:spPr>
      </p:pic>
      <p:sp>
        <p:nvSpPr>
          <p:cNvPr id="10" name="repeat-list-title">
            <a:extLst xmlns:a="http://schemas.openxmlformats.org/drawingml/2006/main">
              <a:ext uri="{FF2B5EF4-FFF2-40B4-BE49-F238E27FC236}">
                <a16:creationId xmlns:a16="http://schemas.microsoft.com/office/drawing/2014/main" id="{8C851183-7834-43A7-8E24-697D2BBD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859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Repeated Planet-like TICs</a:t>
            </a:r>
          </a:p>
        </p:txBody>
      </p:sp>
      <p:sp>
        <p:nvSpPr>
          <p:cNvPr id="11" name="repeat-list">
            <a:extLst xmlns:a="http://schemas.openxmlformats.org/drawingml/2006/main">
              <a:ext uri="{FF2B5EF4-FFF2-40B4-BE49-F238E27FC236}">
                <a16:creationId xmlns:a16="http://schemas.microsoft.com/office/drawing/2014/main" id="{B629790C-EB3E-4CD0-98BF-00036E4A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62150"/>
            <a:ext cx="366712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/>
              <a:t>160520962</a:t>
            </a:r>
            <a:r>
              <a:t>  0.201802 / 0.201781 d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/>
              <a:t>1201294971</a:t>
            </a:r>
            <a:r>
              <a:t>  0.286004 / 0.286041 d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/>
              <a:t>1400739415</a:t>
            </a:r>
            <a:r>
              <a:t>  0.127764 / 0.127759 d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/>
              <a:t>1400704733</a:t>
            </a:r>
            <a:r>
              <a:t>  0.363707 / 0.363705 d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/>
              <a:t>1400855795</a:t>
            </a:r>
            <a:r>
              <a:t>  0.134018 / 0.134001 d</a:t>
            </a:r>
          </a:p>
        </p:txBody>
      </p:sp>
      <p:sp>
        <p:nvSpPr>
          <p:cNvPr id="12" name="repeat-caution">
            <a:extLst xmlns:a="http://schemas.openxmlformats.org/drawingml/2006/main">
              <a:ext uri="{FF2B5EF4-FFF2-40B4-BE49-F238E27FC236}">
                <a16:creationId xmlns:a16="http://schemas.microsoft.com/office/drawing/2014/main" id="{8B3B5ACE-0498-445C-9F85-26376911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05350"/>
            <a:ext cx="3667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repeat-caution-text">
            <a:extLst xmlns:a="http://schemas.openxmlformats.org/drawingml/2006/main">
              <a:ext uri="{FF2B5EF4-FFF2-40B4-BE49-F238E27FC236}">
                <a16:creationId xmlns:a16="http://schemas.microsoft.com/office/drawing/2014/main" id="{B81C8161-3500-4F63-97FC-8B90029A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95300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Priority for independent re-extraction and localization—not yet a multi-sector confirmation. Three hosts carry explicit morphology caveats.</a:t>
            </a:r>
          </a:p>
        </p:txBody>
      </p:sp>
    </p:spTree>
    <p:extLst>
      <p:ext uri="{BB962C8B-B14F-4D97-AF65-F5344CB8AC3E}">
        <p14:creationId xmlns:p14="http://schemas.microsoft.com/office/powerpoint/2010/main" val="686671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51EA70-4F38-4605-85B3-7104468D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TWIRL · TEACHER MODELS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5664D3-90CC-412D-A131-C0D187B3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teacher answered a different development question.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99BE2EC-95AC-4A52-93FA-5918D45B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rule-55-350">
            <a:extLst xmlns:a="http://schemas.openxmlformats.org/drawingml/2006/main">
              <a:ext uri="{FF2B5EF4-FFF2-40B4-BE49-F238E27FC236}">
                <a16:creationId xmlns:a16="http://schemas.microsoft.com/office/drawing/2014/main" id="{7FB153CB-8AF7-403E-8D91-DF7A1A4C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meline-dot-92">
            <a:extLst xmlns:a="http://schemas.openxmlformats.org/drawingml/2006/main">
              <a:ext uri="{FF2B5EF4-FFF2-40B4-BE49-F238E27FC236}">
                <a16:creationId xmlns:a16="http://schemas.microsoft.com/office/drawing/2014/main" id="{E2D3805D-72F8-44DC-995C-3E7C087C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dot-470">
            <a:extLst xmlns:a="http://schemas.openxmlformats.org/drawingml/2006/main">
              <a:ext uri="{FF2B5EF4-FFF2-40B4-BE49-F238E27FC236}">
                <a16:creationId xmlns:a16="http://schemas.microsoft.com/office/drawing/2014/main" id="{4E761DA1-BB31-4101-88EB-36605A6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dot-848">
            <a:extLst xmlns:a="http://schemas.openxmlformats.org/drawingml/2006/main">
              <a:ext uri="{FF2B5EF4-FFF2-40B4-BE49-F238E27FC236}">
                <a16:creationId xmlns:a16="http://schemas.microsoft.com/office/drawing/2014/main" id="{3C34D70A-14E1-4479-BF55-BF309435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ACHER V1 · S56-label">
            <a:extLst xmlns:a="http://schemas.openxmlformats.org/drawingml/2006/main">
              <a:ext uri="{FF2B5EF4-FFF2-40B4-BE49-F238E27FC236}">
                <a16:creationId xmlns:a16="http://schemas.microsoft.com/office/drawing/2014/main" id="{0DE85758-1CA4-4300-812F-797B38C7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TEACHER V1 · S56</a:t>
            </a:r>
          </a:p>
        </p:txBody>
      </p:sp>
      <p:sp>
        <p:nvSpPr>
          <p:cNvPr id="9" name="TEACHER V1 · S56-title">
            <a:extLst xmlns:a="http://schemas.openxmlformats.org/drawingml/2006/main">
              <a:ext uri="{FF2B5EF4-FFF2-40B4-BE49-F238E27FC236}">
                <a16:creationId xmlns:a16="http://schemas.microsoft.com/office/drawing/2014/main" id="{D8B4FD9F-FA7F-4834-8025-E5CDE874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Proved active-learning value</a:t>
            </a:r>
          </a:p>
        </p:txBody>
      </p:sp>
      <p:sp>
        <p:nvSpPr>
          <p:cNvPr id="10" name="TEACHER V1 · S56-body">
            <a:extLst xmlns:a="http://schemas.openxmlformats.org/drawingml/2006/main">
              <a:ext uri="{FF2B5EF4-FFF2-40B4-BE49-F238E27FC236}">
                <a16:creationId xmlns:a16="http://schemas.microsoft.com/office/drawing/2014/main" id="{E3C282E4-09C4-4B28-AC1A-0DDED8A4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Balanced accuracy 0.750, macro F1 0.757—but only two real Planet-like test examples.</a:t>
            </a:r>
          </a:p>
        </p:txBody>
      </p:sp>
      <p:sp>
        <p:nvSpPr>
          <p:cNvPr id="11" name="TEACHER V2 · EXPLORATORY-label">
            <a:extLst xmlns:a="http://schemas.openxmlformats.org/drawingml/2006/main">
              <a:ext uri="{FF2B5EF4-FFF2-40B4-BE49-F238E27FC236}">
                <a16:creationId xmlns:a16="http://schemas.microsoft.com/office/drawing/2014/main" id="{204AFF44-8699-4BC8-AF77-12B48AD1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571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TEACHER V2 · EXPLORATORY</a:t>
            </a:r>
          </a:p>
        </p:txBody>
      </p:sp>
      <p:sp>
        <p:nvSpPr>
          <p:cNvPr id="12" name="TEACHER V2 · EXPLORATORY-title">
            <a:extLst xmlns:a="http://schemas.openxmlformats.org/drawingml/2006/main">
              <a:ext uri="{FF2B5EF4-FFF2-40B4-BE49-F238E27FC236}">
                <a16:creationId xmlns:a16="http://schemas.microsoft.com/office/drawing/2014/main" id="{942EDDAA-52FB-4639-BD21-ED390234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7147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Exposed injection–real tradeoff</a:t>
            </a:r>
          </a:p>
        </p:txBody>
      </p:sp>
      <p:sp>
        <p:nvSpPr>
          <p:cNvPr id="13" name="TEACHER V2 · EXPLORATORY-body">
            <a:extLst xmlns:a="http://schemas.openxmlformats.org/drawingml/2006/main">
              <a:ext uri="{FF2B5EF4-FFF2-40B4-BE49-F238E27FC236}">
                <a16:creationId xmlns:a16="http://schemas.microsoft.com/office/drawing/2014/main" id="{281AFA51-0B45-46C3-8087-7B8E1714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572000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77.21% injection retention conditional on BLS, but missed the 80% gate and degraded real morphology. Rejected.</a:t>
            </a:r>
          </a:p>
        </p:txBody>
      </p:sp>
      <p:sp>
        <p:nvSpPr>
          <p:cNvPr id="14" name="TEACHER V3 · S56–S62-label">
            <a:extLst xmlns:a="http://schemas.openxmlformats.org/drawingml/2006/main">
              <a:ext uri="{FF2B5EF4-FFF2-40B4-BE49-F238E27FC236}">
                <a16:creationId xmlns:a16="http://schemas.microsoft.com/office/drawing/2014/main" id="{88670105-EE8A-4903-BD93-85F07B9A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71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TEACHER V3 · S56–S62</a:t>
            </a:r>
          </a:p>
        </p:txBody>
      </p:sp>
      <p:sp>
        <p:nvSpPr>
          <p:cNvPr id="15" name="TEACHER V3 · S56–S62-title">
            <a:extLst xmlns:a="http://schemas.openxmlformats.org/drawingml/2006/main">
              <a:ext uri="{FF2B5EF4-FFF2-40B4-BE49-F238E27FC236}">
                <a16:creationId xmlns:a16="http://schemas.microsoft.com/office/drawing/2014/main" id="{D8DAF4A1-A5BC-42CA-B2E5-D508E943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7147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leakage-safe enrichment</a:t>
            </a:r>
          </a:p>
        </p:txBody>
      </p:sp>
      <p:sp>
        <p:nvSpPr>
          <p:cNvPr id="16" name="TEACHER V3 · S56–S62-body">
            <a:extLst xmlns:a="http://schemas.openxmlformats.org/drawingml/2006/main">
              <a:ext uri="{FF2B5EF4-FFF2-40B4-BE49-F238E27FC236}">
                <a16:creationId xmlns:a16="http://schemas.microsoft.com/office/drawing/2014/main" id="{1084392F-1115-4176-85D4-2E84F9D4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572000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Same v1 architecture, larger audited corpus, grouped splits, calibration, and one fixed-test opening.</a:t>
            </a:r>
          </a:p>
        </p:txBody>
      </p:sp>
      <p:sp>
        <p:nvSpPr>
          <p:cNvPr id="17" name="teacher-takeaway">
            <a:extLst xmlns:a="http://schemas.openxmlformats.org/drawingml/2006/main">
              <a:ext uri="{FF2B5EF4-FFF2-40B4-BE49-F238E27FC236}">
                <a16:creationId xmlns:a16="http://schemas.microsoft.com/office/drawing/2014/main" id="{63CFF292-2872-42AE-A911-65740FDE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579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Teacher v3 is the current operational enrichment release; v2 is not a production ranker or pseudo-label generator.</a:t>
            </a:r>
          </a:p>
        </p:txBody>
      </p:sp>
    </p:spTree>
    <p:extLst>
      <p:ext uri="{BB962C8B-B14F-4D97-AF65-F5344CB8AC3E}">
        <p14:creationId xmlns:p14="http://schemas.microsoft.com/office/powerpoint/2010/main" val="1351837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B70EC82-4CDF-4BB5-A031-7D3F17FF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TWIRL · TEACHER V3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89A680-8177-43E7-BC8A-E5C5AD4F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Teacher v3 adds useful shape information.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9B77B61-1A9F-4915-8ABB-C795A9BD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teacher-v3-subtitle">
            <a:extLst xmlns:a="http://schemas.openxmlformats.org/drawingml/2006/main">
              <a:ext uri="{FF2B5EF4-FFF2-40B4-BE49-F238E27FC236}">
                <a16:creationId xmlns:a16="http://schemas.microsoft.com/office/drawing/2014/main" id="{776C6375-BF30-4F8A-9E18-DF19763E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Shared 528-row real non-uncertain fixed-test support: balanced accuracy 0.720 → 0.779; macro F1 0.744 → 0.809.</a:t>
            </a:r>
          </a:p>
        </p:txBody>
      </p:sp>
      <p:sp>
        <p:nvSpPr>
          <p:cNvPr id="5" name="teacher-v3-performance-backing">
            <a:extLst xmlns:a="http://schemas.openxmlformats.org/drawingml/2006/main">
              <a:ext uri="{FF2B5EF4-FFF2-40B4-BE49-F238E27FC236}">
                <a16:creationId xmlns:a16="http://schemas.microsoft.com/office/drawing/2014/main" id="{F3DC5DA6-AC44-4F78-A804-14B0F299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70803a1f04a72"/>
          <a:stretch xmlns:a="http://schemas.openxmlformats.org/drawingml/2006/main"/>
        </p:blipFill>
        <p:spPr>
          <a:xfrm xmlns:a="http://schemas.openxmlformats.org/drawingml/2006/main">
            <a:off x="1045596" y="1657350"/>
            <a:ext cx="10100808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teacher-v3-caveat">
            <a:extLst xmlns:a="http://schemas.openxmlformats.org/drawingml/2006/main">
              <a:ext uri="{FF2B5EF4-FFF2-40B4-BE49-F238E27FC236}">
                <a16:creationId xmlns:a16="http://schemas.microsoft.com/office/drawing/2014/main" id="{C4C3AAB0-6F37-47D3-8094-A980629F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Planet-like recall is 8/14 and remains descriptive; uncertain-masked retraining improves BA to 0.817, so label policy is a central uncertainty.</a:t>
            </a:r>
          </a:p>
        </p:txBody>
      </p:sp>
    </p:spTree>
    <p:extLst>
      <p:ext uri="{BB962C8B-B14F-4D97-AF65-F5344CB8AC3E}">
        <p14:creationId xmlns:p14="http://schemas.microsoft.com/office/powerpoint/2010/main" val="13257002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A0AAEC2D-E41C-4FA6-9A99-2C17F00E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TWIRL · S56–S62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1DE9CE-BDC1-4E20-9FD2-293514FA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this is not yet an all-around survey classifier.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C4976E-623B-4B1E-B75C-A6581151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limit-Rare positive support">
            <a:extLst xmlns:a="http://schemas.openxmlformats.org/drawingml/2006/main">
              <a:ext uri="{FF2B5EF4-FFF2-40B4-BE49-F238E27FC236}">
                <a16:creationId xmlns:a16="http://schemas.microsoft.com/office/drawing/2014/main" id="{F8DA1B79-BFC8-45E4-82AA-5B14B491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543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limit-accent-Rare positive support">
            <a:extLst xmlns:a="http://schemas.openxmlformats.org/drawingml/2006/main">
              <a:ext uri="{FF2B5EF4-FFF2-40B4-BE49-F238E27FC236}">
                <a16:creationId xmlns:a16="http://schemas.microsoft.com/office/drawing/2014/main" id="{3B613285-A330-4F30-93F0-F070D516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857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imit-title-Rare positive support">
            <a:extLst xmlns:a="http://schemas.openxmlformats.org/drawingml/2006/main">
              <a:ext uri="{FF2B5EF4-FFF2-40B4-BE49-F238E27FC236}">
                <a16:creationId xmlns:a16="http://schemas.microsoft.com/office/drawing/2014/main" id="{1CA71108-DAEF-4F1B-A517-A4261662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Rare positive support</a:t>
            </a:r>
          </a:p>
        </p:txBody>
      </p:sp>
      <p:sp>
        <p:nvSpPr>
          <p:cNvPr id="7" name="limit-body-Rare positive support">
            <a:extLst xmlns:a="http://schemas.openxmlformats.org/drawingml/2006/main">
              <a:ext uri="{FF2B5EF4-FFF2-40B4-BE49-F238E27FC236}">
                <a16:creationId xmlns:a16="http://schemas.microsoft.com/office/drawing/2014/main" id="{6228938E-9C9C-4B64-A6EB-067F92C4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857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Only 14 real Planet-like rows sit on the Teacher v3 non-uncertain fixed-test support.</a:t>
            </a:r>
          </a:p>
        </p:txBody>
      </p:sp>
      <p:sp>
        <p:nvSpPr>
          <p:cNvPr id="8" name="limit-Label policy changes the answer">
            <a:extLst xmlns:a="http://schemas.openxmlformats.org/drawingml/2006/main">
              <a:ext uri="{FF2B5EF4-FFF2-40B4-BE49-F238E27FC236}">
                <a16:creationId xmlns:a16="http://schemas.microsoft.com/office/drawing/2014/main" id="{FC942274-B2A5-4EB9-BE44-62BFD0CF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5543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limit-accent-Label policy changes the answer">
            <a:extLst xmlns:a="http://schemas.openxmlformats.org/drawingml/2006/main">
              <a:ext uri="{FF2B5EF4-FFF2-40B4-BE49-F238E27FC236}">
                <a16:creationId xmlns:a16="http://schemas.microsoft.com/office/drawing/2014/main" id="{A8FB9F68-32D7-45A6-B410-4173F59A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857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imit-title-Label policy changes the answer">
            <a:extLst xmlns:a="http://schemas.openxmlformats.org/drawingml/2006/main">
              <a:ext uri="{FF2B5EF4-FFF2-40B4-BE49-F238E27FC236}">
                <a16:creationId xmlns:a16="http://schemas.microsoft.com/office/drawing/2014/main" id="{0719AC4D-B75E-4F4C-B7D8-97DC865A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192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Label policy changes the answer</a:t>
            </a:r>
          </a:p>
        </p:txBody>
      </p:sp>
      <p:sp>
        <p:nvSpPr>
          <p:cNvPr id="11" name="limit-body-Label policy changes the answer">
            <a:extLst xmlns:a="http://schemas.openxmlformats.org/drawingml/2006/main">
              <a:ext uri="{FF2B5EF4-FFF2-40B4-BE49-F238E27FC236}">
                <a16:creationId xmlns:a16="http://schemas.microsoft.com/office/drawing/2014/main" id="{9078E237-2F30-402F-B710-A545FBD7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857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Masking the dominant uncertain class materially improves the matched metrics.</a:t>
            </a:r>
          </a:p>
        </p:txBody>
      </p:sp>
      <p:sp>
        <p:nvSpPr>
          <p:cNvPr id="12" name="limit-Search scope is still narrow">
            <a:extLst xmlns:a="http://schemas.openxmlformats.org/drawingml/2006/main">
              <a:ext uri="{FF2B5EF4-FFF2-40B4-BE49-F238E27FC236}">
                <a16:creationId xmlns:a16="http://schemas.microsoft.com/office/drawing/2014/main" id="{1C215A5A-ED91-4A3A-8D60-12C9E08A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543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limit-accent-Search scope is still narrow">
            <a:extLst xmlns:a="http://schemas.openxmlformats.org/drawingml/2006/main">
              <a:ext uri="{FF2B5EF4-FFF2-40B4-BE49-F238E27FC236}">
                <a16:creationId xmlns:a16="http://schemas.microsoft.com/office/drawing/2014/main" id="{5A489D6C-723B-48FB-A8C4-1264A274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857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imit-title-Search scope is still narrow">
            <a:extLst xmlns:a="http://schemas.openxmlformats.org/drawingml/2006/main">
              <a:ext uri="{FF2B5EF4-FFF2-40B4-BE49-F238E27FC236}">
                <a16:creationId xmlns:a16="http://schemas.microsoft.com/office/drawing/2014/main" id="{C7BA0719-17F1-4EB7-B606-76060A05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Search scope is still narrow</a:t>
            </a:r>
          </a:p>
        </p:txBody>
      </p:sp>
      <p:sp>
        <p:nvSpPr>
          <p:cNvPr id="15" name="limit-body-Search scope is still narrow">
            <a:extLst xmlns:a="http://schemas.openxmlformats.org/drawingml/2006/main">
              <a:ext uri="{FF2B5EF4-FFF2-40B4-BE49-F238E27FC236}">
                <a16:creationId xmlns:a16="http://schemas.microsoft.com/office/drawing/2014/main" id="{8DA60E4E-8B61-464E-B5C8-DEED4A2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4857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Models see periodic rank-one BLS views. The dip branch and multi-sector inference are not production-ready.</a:t>
            </a:r>
          </a:p>
        </p:txBody>
      </p:sp>
      <p:sp>
        <p:nvSpPr>
          <p:cNvPr id="16" name="limit-Prospective validation is sealed">
            <a:extLst xmlns:a="http://schemas.openxmlformats.org/drawingml/2006/main">
              <a:ext uri="{FF2B5EF4-FFF2-40B4-BE49-F238E27FC236}">
                <a16:creationId xmlns:a16="http://schemas.microsoft.com/office/drawing/2014/main" id="{AB1FEA8B-F25B-4114-8FAC-60C5AC3D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57625"/>
            <a:ext cx="5543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limit-accent-Prospective validation is sealed">
            <a:extLst xmlns:a="http://schemas.openxmlformats.org/drawingml/2006/main">
              <a:ext uri="{FF2B5EF4-FFF2-40B4-BE49-F238E27FC236}">
                <a16:creationId xmlns:a16="http://schemas.microsoft.com/office/drawing/2014/main" id="{F9BE1943-7FE8-465C-8C2C-18AC1DDB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57625"/>
            <a:ext cx="857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imit-title-Prospective validation is sealed">
            <a:extLst xmlns:a="http://schemas.openxmlformats.org/drawingml/2006/main">
              <a:ext uri="{FF2B5EF4-FFF2-40B4-BE49-F238E27FC236}">
                <a16:creationId xmlns:a16="http://schemas.microsoft.com/office/drawing/2014/main" id="{18820C3B-4B6E-466D-8BA3-7906DE93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Prospective validation is sealed</a:t>
            </a:r>
          </a:p>
        </p:txBody>
      </p:sp>
      <p:sp>
        <p:nvSpPr>
          <p:cNvPr id="19" name="limit-body-Prospective validation is sealed">
            <a:extLst xmlns:a="http://schemas.openxmlformats.org/drawingml/2006/main">
              <a:ext uri="{FF2B5EF4-FFF2-40B4-BE49-F238E27FC236}">
                <a16:creationId xmlns:a16="http://schemas.microsoft.com/office/drawing/2014/main" id="{707C2087-EFA8-4D0F-9F08-2C15C243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857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S63 remains unopened; no pseudo-labels or student model exist; end-to-end completeness is not frozen.</a:t>
            </a:r>
          </a:p>
        </p:txBody>
      </p:sp>
      <p:sp>
        <p:nvSpPr>
          <p:cNvPr id="20" name="limit-summary">
            <a:extLst xmlns:a="http://schemas.openxmlformats.org/drawingml/2006/main">
              <a:ext uri="{FF2B5EF4-FFF2-40B4-BE49-F238E27FC236}">
                <a16:creationId xmlns:a16="http://schemas.microsoft.com/office/drawing/2014/main" id="{CACA4D37-A3B3-41C4-9A25-79895240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Current role: rank and enrich human review—not automatically classify the survey.</a:t>
            </a:r>
          </a:p>
        </p:txBody>
      </p:sp>
    </p:spTree>
    <p:extLst>
      <p:ext uri="{BB962C8B-B14F-4D97-AF65-F5344CB8AC3E}">
        <p14:creationId xmlns:p14="http://schemas.microsoft.com/office/powerpoint/2010/main" val="12155316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06A9CE65-AF05-48EC-ACA0-A8925EDA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TWIRL · TEACHER V4-SSL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CAEBF7-EB13-4179-98F2-67B9542B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SSL pretraining is complete; transfer evaluation is live.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81A747C-BEA9-425F-B1FB-7628078C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ssl-summary">
            <a:extLst xmlns:a="http://schemas.openxmlformats.org/drawingml/2006/main">
              <a:ext uri="{FF2B5EF4-FFF2-40B4-BE49-F238E27FC236}">
                <a16:creationId xmlns:a16="http://schemas.microsoft.com/office/drawing/2014/main" id="{9EADFE7D-29AE-4968-AD24-3B2F7FE9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Teacher v4-SSL uses the harmonic encoder with VICReg over the broad, leakage-safe S56–S62 real-light-curve pool. It is a representation experiment—not yet a survey classifier.</a:t>
            </a:r>
          </a:p>
        </p:txBody>
      </p:sp>
      <p:sp>
        <p:nvSpPr>
          <p:cNvPr id="5" name="metric-175,366">
            <a:extLst xmlns:a="http://schemas.openxmlformats.org/drawingml/2006/main">
              <a:ext uri="{FF2B5EF4-FFF2-40B4-BE49-F238E27FC236}">
                <a16:creationId xmlns:a16="http://schemas.microsoft.com/office/drawing/2014/main" id="{E93C6027-86D8-4A1A-A12C-9CEE0692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metric-accent-175,366">
            <a:extLst xmlns:a="http://schemas.openxmlformats.org/drawingml/2006/main">
              <a:ext uri="{FF2B5EF4-FFF2-40B4-BE49-F238E27FC236}">
                <a16:creationId xmlns:a16="http://schemas.microsoft.com/office/drawing/2014/main" id="{09026BB7-4593-493C-8B85-229A89B6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95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stat-175,366">
            <a:extLst xmlns:a="http://schemas.openxmlformats.org/drawingml/2006/main">
              <a:ext uri="{FF2B5EF4-FFF2-40B4-BE49-F238E27FC236}">
                <a16:creationId xmlns:a16="http://schemas.microsoft.com/office/drawing/2014/main" id="{9C4A4575-8920-4A0F-8B9B-FB69D2C0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175,366</a:t>
            </a:r>
          </a:p>
        </p:txBody>
      </p:sp>
      <p:sp>
        <p:nvSpPr>
          <p:cNvPr id="8" name="metric-label-175,366">
            <a:extLst xmlns:a="http://schemas.openxmlformats.org/drawingml/2006/main">
              <a:ext uri="{FF2B5EF4-FFF2-40B4-BE49-F238E27FC236}">
                <a16:creationId xmlns:a16="http://schemas.microsoft.com/office/drawing/2014/main" id="{55219AA9-380A-48BF-996E-3D8182D8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audit observations</a:t>
            </a:r>
          </a:p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125,630 TICs</a:t>
            </a:r>
          </a:p>
        </p:txBody>
      </p:sp>
      <p:sp>
        <p:nvSpPr>
          <p:cNvPr id="9" name="metric-175,347">
            <a:extLst xmlns:a="http://schemas.openxmlformats.org/drawingml/2006/main">
              <a:ext uri="{FF2B5EF4-FFF2-40B4-BE49-F238E27FC236}">
                <a16:creationId xmlns:a16="http://schemas.microsoft.com/office/drawing/2014/main" id="{A6D724A9-FD29-40BC-8E04-3D760D6D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metric-accent-175,347">
            <a:extLst xmlns:a="http://schemas.openxmlformats.org/drawingml/2006/main">
              <a:ext uri="{FF2B5EF4-FFF2-40B4-BE49-F238E27FC236}">
                <a16:creationId xmlns:a16="http://schemas.microsoft.com/office/drawing/2014/main" id="{CABC137F-66ED-4F8A-91EB-A4D9504C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95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stat-175,347">
            <a:extLst xmlns:a="http://schemas.openxmlformats.org/drawingml/2006/main">
              <a:ext uri="{FF2B5EF4-FFF2-40B4-BE49-F238E27FC236}">
                <a16:creationId xmlns:a16="http://schemas.microsoft.com/office/drawing/2014/main" id="{E4F1B06B-D35E-40C7-9E5E-FEBC5800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7662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175,347</a:t>
            </a:r>
          </a:p>
        </p:txBody>
      </p:sp>
      <p:sp>
        <p:nvSpPr>
          <p:cNvPr id="12" name="metric-label-175,347">
            <a:extLst xmlns:a="http://schemas.openxmlformats.org/drawingml/2006/main">
              <a:ext uri="{FF2B5EF4-FFF2-40B4-BE49-F238E27FC236}">
                <a16:creationId xmlns:a16="http://schemas.microsoft.com/office/drawing/2014/main" id="{4BE4E618-4B7B-4FE0-A33B-CAE0AF87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625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model-eligible observations</a:t>
            </a:r>
          </a:p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19 locked exclusions</a:t>
            </a:r>
          </a:p>
        </p:txBody>
      </p:sp>
      <p:sp>
        <p:nvSpPr>
          <p:cNvPr id="13" name="metric-5 / 100">
            <a:extLst xmlns:a="http://schemas.openxmlformats.org/drawingml/2006/main">
              <a:ext uri="{FF2B5EF4-FFF2-40B4-BE49-F238E27FC236}">
                <a16:creationId xmlns:a16="http://schemas.microsoft.com/office/drawing/2014/main" id="{FE1A5EEC-237B-42BB-90B4-68C91884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metric-accent-5 / 100">
            <a:extLst xmlns:a="http://schemas.openxmlformats.org/drawingml/2006/main">
              <a:ext uri="{FF2B5EF4-FFF2-40B4-BE49-F238E27FC236}">
                <a16:creationId xmlns:a16="http://schemas.microsoft.com/office/drawing/2014/main" id="{891E92D4-1F23-4B8F-8B69-6D806B23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95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stat-5 / 100">
            <a:extLst xmlns:a="http://schemas.openxmlformats.org/drawingml/2006/main">
              <a:ext uri="{FF2B5EF4-FFF2-40B4-BE49-F238E27FC236}">
                <a16:creationId xmlns:a16="http://schemas.microsoft.com/office/drawing/2014/main" id="{504FE7CA-54FD-4620-958D-0DE4B181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7662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/ 100</a:t>
            </a:r>
          </a:p>
        </p:txBody>
      </p:sp>
      <p:sp>
        <p:nvSpPr>
          <p:cNvPr id="16" name="metric-label-5 / 100">
            <a:extLst xmlns:a="http://schemas.openxmlformats.org/drawingml/2006/main">
              <a:ext uri="{FF2B5EF4-FFF2-40B4-BE49-F238E27FC236}">
                <a16:creationId xmlns:a16="http://schemas.microsoft.com/office/drawing/2014/main" id="{979D7A48-290E-40EE-8B2A-B5B69CB8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625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validated encoders / completed epochs</a:t>
            </a:r>
          </a:p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20 epochs per fold</a:t>
            </a:r>
          </a:p>
        </p:txBody>
      </p:sp>
      <p:sp>
        <p:nvSpPr>
          <p:cNvPr id="17" name="ssl-boundary">
            <a:extLst xmlns:a="http://schemas.openxmlformats.org/drawingml/2006/main">
              <a:ext uri="{FF2B5EF4-FFF2-40B4-BE49-F238E27FC236}">
                <a16:creationId xmlns:a16="http://schemas.microsoft.com/office/drawing/2014/main" id="{1F9A12CE-ABD0-4DAB-90F7-29987AAF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Pretraining excluded labels, injections, whole-TIC fixed-test hosts, and S63 tensors. As of 10:59 EDT, matched development transfer evaluation was running; no v4 transfer metric is quoted here.</a:t>
            </a:r>
          </a:p>
        </p:txBody>
      </p:sp>
    </p:spTree>
    <p:extLst>
      <p:ext uri="{BB962C8B-B14F-4D97-AF65-F5344CB8AC3E}">
        <p14:creationId xmlns:p14="http://schemas.microsoft.com/office/powerpoint/2010/main" val="14588420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DA29B297-667A-4351-B9C3-5AA80A6D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TWIRL · REPRESENTATION DIAGNOSTIC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FE4B61-A327-455C-98C6-773C501F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SSL learned structure—but much of it tracks BLS period.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EE83844-E7CD-4CDF-AB2C-CDFDC3A8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ssl-umap-backing">
            <a:extLst xmlns:a="http://schemas.openxmlformats.org/drawingml/2006/main">
              <a:ext uri="{FF2B5EF4-FFF2-40B4-BE49-F238E27FC236}">
                <a16:creationId xmlns:a16="http://schemas.microsoft.com/office/drawing/2014/main" id="{AB448EEF-5F09-4CCF-A852-85233383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9057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e0e541cd94bd5"/>
          <a:stretch xmlns:a="http://schemas.openxmlformats.org/drawingml/2006/main"/>
        </p:blipFill>
        <p:spPr>
          <a:xfrm xmlns:a="http://schemas.openxmlformats.org/drawingml/2006/main">
            <a:off x="400050" y="1506592"/>
            <a:ext cx="7905750" cy="4606816"/>
          </a:xfrm>
          <a:prstGeom xmlns:a="http://schemas.openxmlformats.org/drawingml/2006/main" prst="rect">
            <a:avLst/>
          </a:prstGeom>
        </p:spPr>
      </p:pic>
      <p:sp>
        <p:nvSpPr>
          <p:cNvPr id="6" name="umap-label">
            <a:extLst xmlns:a="http://schemas.openxmlformats.org/drawingml/2006/main">
              <a:ext uri="{FF2B5EF4-FFF2-40B4-BE49-F238E27FC236}">
                <a16:creationId xmlns:a16="http://schemas.microsoft.com/office/drawing/2014/main" id="{7499E412-A0F7-4F0F-A5B6-3A5A5048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ONE-FOLD EXPLORATORY VIEW</a:t>
            </a:r>
          </a:p>
        </p:txBody>
      </p:sp>
      <p:sp>
        <p:nvSpPr>
          <p:cNvPr id="7" name="umap-bullets">
            <a:extLst xmlns:a="http://schemas.openxmlformats.org/drawingml/2006/main">
              <a:ext uri="{FF2B5EF4-FFF2-40B4-BE49-F238E27FC236}">
                <a16:creationId xmlns:a16="http://schemas.microsoft.com/office/drawing/2014/main" id="{FE520301-4F0D-46DB-9F3E-1BFF5466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71700"/>
            <a:ext cx="285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9"/>
              </a:spcAft>
              <a:buChar char="•"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5,560 labeled development rows overlaid on frozen fold-0 embeddings.</a:t>
            </a:r>
          </a:p>
          <a:p xmlns:a="http://schemas.openxmlformats.org/drawingml/2006/main">
            <a:pPr marL="22" indent="-12" algn="l">
              <a:spcAft>
                <a:spcPts val="9"/>
              </a:spcAft>
              <a:buChar char="•"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geometry is highly structured; human labels still overlap.</a:t>
            </a:r>
          </a:p>
          <a:p xmlns:a="http://schemas.openxmlformats.org/drawingml/2006/main">
            <a:pPr marL="22" indent="-12" algn="l">
              <a:spcAft>
                <a:spcPts val="9"/>
              </a:spcAft>
              <a:buChar char="•"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Strong period ordering makes this a useful confound diagnostic.</a:t>
            </a:r>
          </a:p>
          <a:p xmlns:a="http://schemas.openxmlformats.org/drawingml/2006/main">
            <a:pPr marL="22" indent="-12" algn="l">
              <a:spcAft>
                <a:spcPts val="9"/>
              </a:spcAft>
              <a:buChar char="•"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UMAP is not a transfer-performance estimate.</a:t>
            </a:r>
          </a:p>
        </p:txBody>
      </p:sp>
      <p:sp>
        <p:nvSpPr>
          <p:cNvPr id="8" name="umap-takeaway">
            <a:extLst xmlns:a="http://schemas.openxmlformats.org/drawingml/2006/main">
              <a:ext uri="{FF2B5EF4-FFF2-40B4-BE49-F238E27FC236}">
                <a16:creationId xmlns:a16="http://schemas.microsoft.com/office/drawing/2014/main" id="{24CC2AEE-2150-4E03-B7EE-32390F51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101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umap-takeaway-text">
            <a:extLst xmlns:a="http://schemas.openxmlformats.org/drawingml/2006/main">
              <a:ext uri="{FF2B5EF4-FFF2-40B4-BE49-F238E27FC236}">
                <a16:creationId xmlns:a16="http://schemas.microsoft.com/office/drawing/2014/main" id="{4561D2B1-D099-4C52-9A60-D290C715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248275"/>
            <a:ext cx="2419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43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matched Teacher v3 comparison—not the embedding picture—decides whether SSL helps.</a:t>
            </a:r>
          </a:p>
        </p:txBody>
      </p:sp>
    </p:spTree>
    <p:extLst>
      <p:ext uri="{BB962C8B-B14F-4D97-AF65-F5344CB8AC3E}">
        <p14:creationId xmlns:p14="http://schemas.microsoft.com/office/powerpoint/2010/main" val="16350407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2CDD24B1-DA0F-4F7E-AD22-BDF71843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MEETING DECISIONS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8FFA0A1-B9DF-4D6F-922A-F68176E0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Agree on a candidate shortlist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one prospective test.</a:t>
            </a:r>
          </a:p>
        </p:txBody>
      </p:sp>
      <p:sp>
        <p:nvSpPr>
          <p:cNvPr id="3" name="rule-42-366">
            <a:extLst xmlns:a="http://schemas.openxmlformats.org/drawingml/2006/main">
              <a:ext uri="{FF2B5EF4-FFF2-40B4-BE49-F238E27FC236}">
                <a16:creationId xmlns:a16="http://schemas.microsoft.com/office/drawing/2014/main" id="{91959F85-4198-4074-872F-5AE9658F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11391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actions">
            <a:extLst xmlns:a="http://schemas.openxmlformats.org/drawingml/2006/main">
              <a:ext uri="{FF2B5EF4-FFF2-40B4-BE49-F238E27FC236}">
                <a16:creationId xmlns:a16="http://schemas.microsoft.com/office/drawing/2014/main" id="{B6028A60-6F6D-4B64-8E88-A5863AA2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049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D8DFF"/>
                </a:solidFill>
              </a:rPr>
              <a:t>1. Shortlist</a:t>
            </a:r>
            <a:r>
              <a:t>  10–20 of the 80 transit/dip-like morphologies; prioritize repeated hosts and aperture-consistent signals.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2A9D8F"/>
                </a:solidFill>
              </a:rPr>
              <a:t>2. Validate</a:t>
            </a:r>
            <a:r>
              <a:t>  divide independent extraction, pixel localization, crowding, and archival checks.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57C65B"/>
                </a:solidFill>
              </a:rPr>
              <a:t>3. Test prospectively</a:t>
            </a:r>
            <a:r>
              <a:t>  freeze the S63 queue, thresholds, random control, and metrics before blind review.</a:t>
            </a:r>
          </a:p>
        </p:txBody>
      </p:sp>
      <p:sp>
        <p:nvSpPr>
          <p:cNvPr id="5" name="close-boundary">
            <a:extLst xmlns:a="http://schemas.openxmlformats.org/drawingml/2006/main">
              <a:ext uri="{FF2B5EF4-FFF2-40B4-BE49-F238E27FC236}">
                <a16:creationId xmlns:a16="http://schemas.microsoft.com/office/drawing/2014/main" id="{553D3FF8-699A-496E-A25D-D7429896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No discovery, all-around classifier, or occurrence claim is needed for this meeting.</a:t>
            </a:r>
          </a:p>
        </p:txBody>
      </p:sp>
    </p:spTree>
    <p:extLst>
      <p:ext uri="{BB962C8B-B14F-4D97-AF65-F5344CB8AC3E}">
        <p14:creationId xmlns:p14="http://schemas.microsoft.com/office/powerpoint/2010/main" val="358472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ppendix-eyebrow">
            <a:extLst xmlns:a="http://schemas.openxmlformats.org/drawingml/2006/main">
              <a:ext uri="{FF2B5EF4-FFF2-40B4-BE49-F238E27FC236}">
                <a16:creationId xmlns:a16="http://schemas.microsoft.com/office/drawing/2014/main" id="{3A16BDF9-1EBC-4F53-B016-97044E47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HUMAN MORPHOLOGY ATLAS</a:t>
            </a:r>
          </a:p>
        </p:txBody>
      </p:sp>
      <p:sp>
        <p:nvSpPr>
          <p:cNvPr id="2" name="appendix-title">
            <a:extLst xmlns:a="http://schemas.openxmlformats.org/drawingml/2006/main">
              <a:ext uri="{FF2B5EF4-FFF2-40B4-BE49-F238E27FC236}">
                <a16:creationId xmlns:a16="http://schemas.microsoft.com/office/drawing/2014/main" id="{7EC58192-5BFE-4264-9E4C-AD2ADE65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80 transit/dip-like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observations</a:t>
            </a:r>
          </a:p>
        </p:txBody>
      </p:sp>
      <p:sp>
        <p:nvSpPr>
          <p:cNvPr id="3" name="appendix-subtitle">
            <a:extLst xmlns:a="http://schemas.openxmlformats.org/drawingml/2006/main">
              <a:ext uri="{FF2B5EF4-FFF2-40B4-BE49-F238E27FC236}">
                <a16:creationId xmlns:a16="http://schemas.microsoft.com/office/drawing/2014/main" id="{53C37B15-65A9-42AD-87C3-721ED891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70 Planet-like + 10 broad/wide-transit morphologies · S56–S62</a:t>
            </a:r>
          </a:p>
        </p:txBody>
      </p:sp>
      <p:sp>
        <p:nvSpPr>
          <p:cNvPr id="4" name="appendix-note">
            <a:extLst xmlns:a="http://schemas.openxmlformats.org/drawingml/2006/main">
              <a:ext uri="{FF2B5EF4-FFF2-40B4-BE49-F238E27FC236}">
                <a16:creationId xmlns:a16="http://schemas.microsoft.com/office/drawing/2014/main" id="{4DC8D367-08E0-4A68-8FF5-83CD936D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Full-resolution sheets and an 80-row index are in the companion folder. These are morphology decisions, not confirmed astrophysical classes.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1177085-3148-429B-AD26-065275B0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030098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F18E5D79-2246-4EED-86BB-07ECFC6A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1/14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631C64-D9EA-4F15-BF75-5B77F087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Transit/dip-like morphology atlas · S56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10FDE82-051E-4E79-9FB8-D78E5B94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atlas-accent-s0056-signal-final-31edc7bc5fd7311d">
            <a:extLst xmlns:a="http://schemas.openxmlformats.org/drawingml/2006/main">
              <a:ext uri="{FF2B5EF4-FFF2-40B4-BE49-F238E27FC236}">
                <a16:creationId xmlns:a16="http://schemas.microsoft.com/office/drawing/2014/main" id="{EBF6FE72-F9FF-48A1-AFDF-7AEF233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meta-s0056-signal-final-31edc7bc5fd7311d">
            <a:extLst xmlns:a="http://schemas.openxmlformats.org/drawingml/2006/main">
              <a:ext uri="{FF2B5EF4-FFF2-40B4-BE49-F238E27FC236}">
                <a16:creationId xmlns:a16="http://schemas.microsoft.com/office/drawing/2014/main" id="{53DCF4D0-9F11-40B0-AF89-79280028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1400704733 · Planet-like · P 0.363707 d</a:t>
            </a:r>
          </a:p>
        </p:txBody>
      </p:sp>
      <p:sp>
        <p:nvSpPr>
          <p:cNvPr id="6" name="atlas-image-s0056-signal-final-31edc7bc5fd7311d-backing">
            <a:extLst xmlns:a="http://schemas.openxmlformats.org/drawingml/2006/main">
              <a:ext uri="{FF2B5EF4-FFF2-40B4-BE49-F238E27FC236}">
                <a16:creationId xmlns:a16="http://schemas.microsoft.com/office/drawing/2014/main" id="{6FF586E5-3B09-4526-851C-66776672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0ae27e35e4b86"/>
          <a:stretch xmlns:a="http://schemas.openxmlformats.org/drawingml/2006/main"/>
        </p:blipFill>
        <p:spPr>
          <a:xfrm xmlns:a="http://schemas.openxmlformats.org/drawingml/2006/main">
            <a:off x="65853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8" name="atlas-accent-s0056-signal-final-b49a8ea0b5026d93">
            <a:extLst xmlns:a="http://schemas.openxmlformats.org/drawingml/2006/main">
              <a:ext uri="{FF2B5EF4-FFF2-40B4-BE49-F238E27FC236}">
                <a16:creationId xmlns:a16="http://schemas.microsoft.com/office/drawing/2014/main" id="{1BECDA86-9E80-4D32-9278-7C662D2D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las-meta-s0056-signal-final-b49a8ea0b5026d93">
            <a:extLst xmlns:a="http://schemas.openxmlformats.org/drawingml/2006/main">
              <a:ext uri="{FF2B5EF4-FFF2-40B4-BE49-F238E27FC236}">
                <a16:creationId xmlns:a16="http://schemas.microsoft.com/office/drawing/2014/main" id="{FA0FC69A-1B40-420A-B42C-1857FD1B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160520962 · Planet-like · P 0.201802 d</a:t>
            </a:r>
          </a:p>
        </p:txBody>
      </p:sp>
      <p:sp>
        <p:nvSpPr>
          <p:cNvPr id="10" name="atlas-image-s0056-signal-final-b49a8ea0b5026d93-backing">
            <a:extLst xmlns:a="http://schemas.openxmlformats.org/drawingml/2006/main">
              <a:ext uri="{FF2B5EF4-FFF2-40B4-BE49-F238E27FC236}">
                <a16:creationId xmlns:a16="http://schemas.microsoft.com/office/drawing/2014/main" id="{0DF3EBFA-BABB-45C6-BE0A-7210BF37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6038971a24457"/>
          <a:stretch xmlns:a="http://schemas.openxmlformats.org/drawingml/2006/main"/>
        </p:blipFill>
        <p:spPr>
          <a:xfrm xmlns:a="http://schemas.openxmlformats.org/drawingml/2006/main">
            <a:off x="650688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2" name="atlas-accent-s0056-signal-final-b9878c04761d81f5">
            <a:extLst xmlns:a="http://schemas.openxmlformats.org/drawingml/2006/main">
              <a:ext uri="{FF2B5EF4-FFF2-40B4-BE49-F238E27FC236}">
                <a16:creationId xmlns:a16="http://schemas.microsoft.com/office/drawing/2014/main" id="{30C76E1B-1F44-42BC-BC94-489E9BCC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tlas-meta-s0056-signal-final-b9878c04761d81f5">
            <a:extLst xmlns:a="http://schemas.openxmlformats.org/drawingml/2006/main">
              <a:ext uri="{FF2B5EF4-FFF2-40B4-BE49-F238E27FC236}">
                <a16:creationId xmlns:a16="http://schemas.microsoft.com/office/drawing/2014/main" id="{D963A928-A695-49E6-AE7E-F53705E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2025618479 · Planet-like · P 0.144461 d</a:t>
            </a:r>
          </a:p>
        </p:txBody>
      </p:sp>
      <p:sp>
        <p:nvSpPr>
          <p:cNvPr id="14" name="atlas-image-s0056-signal-final-b9878c04761d81f5-backing">
            <a:extLst xmlns:a="http://schemas.openxmlformats.org/drawingml/2006/main">
              <a:ext uri="{FF2B5EF4-FFF2-40B4-BE49-F238E27FC236}">
                <a16:creationId xmlns:a16="http://schemas.microsoft.com/office/drawing/2014/main" id="{5DEB17BA-1717-427B-B2BC-5FBDB18D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1a2016cc44bd2"/>
          <a:stretch xmlns:a="http://schemas.openxmlformats.org/drawingml/2006/main"/>
        </p:blipFill>
        <p:spPr>
          <a:xfrm xmlns:a="http://schemas.openxmlformats.org/drawingml/2006/main">
            <a:off x="65853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6" name="atlas-accent-s0056-signal-final-ac9456ad58274d7e">
            <a:extLst xmlns:a="http://schemas.openxmlformats.org/drawingml/2006/main">
              <a:ext uri="{FF2B5EF4-FFF2-40B4-BE49-F238E27FC236}">
                <a16:creationId xmlns:a16="http://schemas.microsoft.com/office/drawing/2014/main" id="{FE8C48F0-74BE-4B9A-BEA2-B98AD0FF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las-meta-s0056-signal-final-ac9456ad58274d7e">
            <a:extLst xmlns:a="http://schemas.openxmlformats.org/drawingml/2006/main">
              <a:ext uri="{FF2B5EF4-FFF2-40B4-BE49-F238E27FC236}">
                <a16:creationId xmlns:a16="http://schemas.microsoft.com/office/drawing/2014/main" id="{278F5667-BDB5-4F30-A35C-E365FE89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2025450802 · Planet-like · P 0.217371 d</a:t>
            </a:r>
          </a:p>
        </p:txBody>
      </p:sp>
      <p:sp>
        <p:nvSpPr>
          <p:cNvPr id="18" name="atlas-image-s0056-signal-final-ac9456ad58274d7e-backing">
            <a:extLst xmlns:a="http://schemas.openxmlformats.org/drawingml/2006/main">
              <a:ext uri="{FF2B5EF4-FFF2-40B4-BE49-F238E27FC236}">
                <a16:creationId xmlns:a16="http://schemas.microsoft.com/office/drawing/2014/main" id="{9A9F2CC8-56E8-4461-89EA-335074E5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aa466481c4b77"/>
          <a:stretch xmlns:a="http://schemas.openxmlformats.org/drawingml/2006/main"/>
        </p:blipFill>
        <p:spPr>
          <a:xfrm xmlns:a="http://schemas.openxmlformats.org/drawingml/2006/main">
            <a:off x="650688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0" name="atlas-accent-s0056-signal-final-6249fb8f79329475">
            <a:extLst xmlns:a="http://schemas.openxmlformats.org/drawingml/2006/main">
              <a:ext uri="{FF2B5EF4-FFF2-40B4-BE49-F238E27FC236}">
                <a16:creationId xmlns:a16="http://schemas.microsoft.com/office/drawing/2014/main" id="{2BE9B94B-8BFD-4C3C-8423-C8C573B7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tlas-meta-s0056-signal-final-6249fb8f79329475">
            <a:extLst xmlns:a="http://schemas.openxmlformats.org/drawingml/2006/main">
              <a:ext uri="{FF2B5EF4-FFF2-40B4-BE49-F238E27FC236}">
                <a16:creationId xmlns:a16="http://schemas.microsoft.com/office/drawing/2014/main" id="{30AEA1B7-3FD5-4758-8007-C3455633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1961800465 · Planet-like · P 0.141931 d</a:t>
            </a:r>
          </a:p>
        </p:txBody>
      </p:sp>
      <p:sp>
        <p:nvSpPr>
          <p:cNvPr id="22" name="atlas-image-s0056-signal-final-6249fb8f79329475-backing">
            <a:extLst xmlns:a="http://schemas.openxmlformats.org/drawingml/2006/main">
              <a:ext uri="{FF2B5EF4-FFF2-40B4-BE49-F238E27FC236}">
                <a16:creationId xmlns:a16="http://schemas.microsoft.com/office/drawing/2014/main" id="{1D62C1FD-6172-4A2D-AB5D-1B216779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19737f4c14e1a"/>
          <a:stretch xmlns:a="http://schemas.openxmlformats.org/drawingml/2006/main"/>
        </p:blipFill>
        <p:spPr>
          <a:xfrm xmlns:a="http://schemas.openxmlformats.org/drawingml/2006/main">
            <a:off x="65853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4" name="atlas-accent-s0056-signal-final-3998c7adefa6536a">
            <a:extLst xmlns:a="http://schemas.openxmlformats.org/drawingml/2006/main">
              <a:ext uri="{FF2B5EF4-FFF2-40B4-BE49-F238E27FC236}">
                <a16:creationId xmlns:a16="http://schemas.microsoft.com/office/drawing/2014/main" id="{D7F36F0C-68A6-4687-B69A-886F70A2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tlas-meta-s0056-signal-final-3998c7adefa6536a">
            <a:extLst xmlns:a="http://schemas.openxmlformats.org/drawingml/2006/main">
              <a:ext uri="{FF2B5EF4-FFF2-40B4-BE49-F238E27FC236}">
                <a16:creationId xmlns:a16="http://schemas.microsoft.com/office/drawing/2014/main" id="{AC3314BA-627F-42E4-97D4-4E90B834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1201294971 · Planet-like · P 0.286004 d</a:t>
            </a:r>
          </a:p>
        </p:txBody>
      </p:sp>
      <p:sp>
        <p:nvSpPr>
          <p:cNvPr id="26" name="atlas-image-s0056-signal-final-3998c7adefa6536a-backing">
            <a:extLst xmlns:a="http://schemas.openxmlformats.org/drawingml/2006/main">
              <a:ext uri="{FF2B5EF4-FFF2-40B4-BE49-F238E27FC236}">
                <a16:creationId xmlns:a16="http://schemas.microsoft.com/office/drawing/2014/main" id="{F91479FB-3A04-420E-B766-DD8F9793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d598c6c1f4273"/>
          <a:stretch xmlns:a="http://schemas.openxmlformats.org/drawingml/2006/main"/>
        </p:blipFill>
        <p:spPr>
          <a:xfrm xmlns:a="http://schemas.openxmlformats.org/drawingml/2006/main">
            <a:off x="650688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8" name="atlas-caveat-0">
            <a:extLst xmlns:a="http://schemas.openxmlformats.org/drawingml/2006/main">
              <a:ext uri="{FF2B5EF4-FFF2-40B4-BE49-F238E27FC236}">
                <a16:creationId xmlns:a16="http://schemas.microsoft.com/office/drawing/2014/main" id="{D1155137-B362-4C3A-870D-A016C1BB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Morphology label only · use the linked full-resolution vet sheet for detailed review</a:t>
            </a:r>
          </a:p>
        </p:txBody>
      </p:sp>
    </p:spTree>
    <p:extLst>
      <p:ext uri="{BB962C8B-B14F-4D97-AF65-F5344CB8AC3E}">
        <p14:creationId xmlns:p14="http://schemas.microsoft.com/office/powerpoint/2010/main" val="18036370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F39729E0-A283-483B-BA10-B6A0E488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2/14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88622C-1C8B-406E-9025-6C4A1B47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Transit/dip-like morphology atlas · S56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7F1437B-6DA1-4FAC-8445-E00D11D1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atlas-accent-s0056-signal-final-224ca258bb689cb3">
            <a:extLst xmlns:a="http://schemas.openxmlformats.org/drawingml/2006/main">
              <a:ext uri="{FF2B5EF4-FFF2-40B4-BE49-F238E27FC236}">
                <a16:creationId xmlns:a16="http://schemas.microsoft.com/office/drawing/2014/main" id="{E1A194B8-DFC4-4167-93F1-3DF186B9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meta-s0056-signal-final-224ca258bb689cb3">
            <a:extLst xmlns:a="http://schemas.openxmlformats.org/drawingml/2006/main">
              <a:ext uri="{FF2B5EF4-FFF2-40B4-BE49-F238E27FC236}">
                <a16:creationId xmlns:a16="http://schemas.microsoft.com/office/drawing/2014/main" id="{A6A9DBDC-FE65-4F4F-AAC7-A8FAD50D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1400855795 · Planet-like · P 0.134018 d</a:t>
            </a:r>
          </a:p>
        </p:txBody>
      </p:sp>
      <p:sp>
        <p:nvSpPr>
          <p:cNvPr id="6" name="atlas-image-s0056-signal-final-224ca258bb689cb3-backing">
            <a:extLst xmlns:a="http://schemas.openxmlformats.org/drawingml/2006/main">
              <a:ext uri="{FF2B5EF4-FFF2-40B4-BE49-F238E27FC236}">
                <a16:creationId xmlns:a16="http://schemas.microsoft.com/office/drawing/2014/main" id="{82080F18-71BF-4929-8DC1-C731CEF8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6808dce144f39"/>
          <a:stretch xmlns:a="http://schemas.openxmlformats.org/drawingml/2006/main"/>
        </p:blipFill>
        <p:spPr>
          <a:xfrm xmlns:a="http://schemas.openxmlformats.org/drawingml/2006/main">
            <a:off x="65853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8" name="atlas-accent-s0056-signal-final-4fa7b88399c2da0b">
            <a:extLst xmlns:a="http://schemas.openxmlformats.org/drawingml/2006/main">
              <a:ext uri="{FF2B5EF4-FFF2-40B4-BE49-F238E27FC236}">
                <a16:creationId xmlns:a16="http://schemas.microsoft.com/office/drawing/2014/main" id="{F0F08D10-27AA-4134-8339-41808207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las-meta-s0056-signal-final-4fa7b88399c2da0b">
            <a:extLst xmlns:a="http://schemas.openxmlformats.org/drawingml/2006/main">
              <a:ext uri="{FF2B5EF4-FFF2-40B4-BE49-F238E27FC236}">
                <a16:creationId xmlns:a16="http://schemas.microsoft.com/office/drawing/2014/main" id="{B0CB1CEB-CCB1-4A2A-9A94-0E203345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1400739415 · Planet-like · P 0.127764 d</a:t>
            </a:r>
          </a:p>
        </p:txBody>
      </p:sp>
      <p:sp>
        <p:nvSpPr>
          <p:cNvPr id="10" name="atlas-image-s0056-signal-final-4fa7b88399c2da0b-backing">
            <a:extLst xmlns:a="http://schemas.openxmlformats.org/drawingml/2006/main">
              <a:ext uri="{FF2B5EF4-FFF2-40B4-BE49-F238E27FC236}">
                <a16:creationId xmlns:a16="http://schemas.microsoft.com/office/drawing/2014/main" id="{50FAA72E-4E9C-4BE8-9185-CCB8730C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85e372cb64760"/>
          <a:stretch xmlns:a="http://schemas.openxmlformats.org/drawingml/2006/main"/>
        </p:blipFill>
        <p:spPr>
          <a:xfrm xmlns:a="http://schemas.openxmlformats.org/drawingml/2006/main">
            <a:off x="650688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2" name="atlas-accent-s0056-signal-final-30728c379acf5b98">
            <a:extLst xmlns:a="http://schemas.openxmlformats.org/drawingml/2006/main">
              <a:ext uri="{FF2B5EF4-FFF2-40B4-BE49-F238E27FC236}">
                <a16:creationId xmlns:a16="http://schemas.microsoft.com/office/drawing/2014/main" id="{A2939C7F-5763-44C6-B516-AA03899E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tlas-meta-s0056-signal-final-30728c379acf5b98">
            <a:extLst xmlns:a="http://schemas.openxmlformats.org/drawingml/2006/main">
              <a:ext uri="{FF2B5EF4-FFF2-40B4-BE49-F238E27FC236}">
                <a16:creationId xmlns:a16="http://schemas.microsoft.com/office/drawing/2014/main" id="{023C28D0-AED0-4BA9-B9C0-C6ECB830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1883349930 · Planet-like · P 0.125189 d</a:t>
            </a:r>
          </a:p>
        </p:txBody>
      </p:sp>
      <p:sp>
        <p:nvSpPr>
          <p:cNvPr id="14" name="atlas-image-s0056-signal-final-30728c379acf5b98-backing">
            <a:extLst xmlns:a="http://schemas.openxmlformats.org/drawingml/2006/main">
              <a:ext uri="{FF2B5EF4-FFF2-40B4-BE49-F238E27FC236}">
                <a16:creationId xmlns:a16="http://schemas.microsoft.com/office/drawing/2014/main" id="{8D333919-10BB-4502-BA2A-40D66C96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994fe9e3e401f"/>
          <a:stretch xmlns:a="http://schemas.openxmlformats.org/drawingml/2006/main"/>
        </p:blipFill>
        <p:spPr>
          <a:xfrm xmlns:a="http://schemas.openxmlformats.org/drawingml/2006/main">
            <a:off x="65853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6" name="atlas-accent-s0056-signal-final-fa319f28ac03d711">
            <a:extLst xmlns:a="http://schemas.openxmlformats.org/drawingml/2006/main">
              <a:ext uri="{FF2B5EF4-FFF2-40B4-BE49-F238E27FC236}">
                <a16:creationId xmlns:a16="http://schemas.microsoft.com/office/drawing/2014/main" id="{912B3BAF-13D3-436E-8692-5FBA4E86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las-meta-s0056-signal-final-fa319f28ac03d711">
            <a:extLst xmlns:a="http://schemas.openxmlformats.org/drawingml/2006/main">
              <a:ext uri="{FF2B5EF4-FFF2-40B4-BE49-F238E27FC236}">
                <a16:creationId xmlns:a16="http://schemas.microsoft.com/office/drawing/2014/main" id="{A8CA9558-B985-4A4F-89A0-1100E29E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267574918 · Planet-like · P 1.407845 d</a:t>
            </a:r>
          </a:p>
        </p:txBody>
      </p:sp>
      <p:sp>
        <p:nvSpPr>
          <p:cNvPr id="18" name="atlas-image-s0056-signal-final-fa319f28ac03d711-backing">
            <a:extLst xmlns:a="http://schemas.openxmlformats.org/drawingml/2006/main">
              <a:ext uri="{FF2B5EF4-FFF2-40B4-BE49-F238E27FC236}">
                <a16:creationId xmlns:a16="http://schemas.microsoft.com/office/drawing/2014/main" id="{D5C9FF94-624F-4442-B7AE-B908BE2C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e3bdeef17433a"/>
          <a:stretch xmlns:a="http://schemas.openxmlformats.org/drawingml/2006/main"/>
        </p:blipFill>
        <p:spPr>
          <a:xfrm xmlns:a="http://schemas.openxmlformats.org/drawingml/2006/main">
            <a:off x="650688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0" name="atlas-accent-s0056-signal-final-a6f2a9615fe1660b">
            <a:extLst xmlns:a="http://schemas.openxmlformats.org/drawingml/2006/main">
              <a:ext uri="{FF2B5EF4-FFF2-40B4-BE49-F238E27FC236}">
                <a16:creationId xmlns:a16="http://schemas.microsoft.com/office/drawing/2014/main" id="{A0547F30-C39C-41D4-8B27-456BAB22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tlas-meta-s0056-signal-final-a6f2a9615fe1660b">
            <a:extLst xmlns:a="http://schemas.openxmlformats.org/drawingml/2006/main">
              <a:ext uri="{FF2B5EF4-FFF2-40B4-BE49-F238E27FC236}">
                <a16:creationId xmlns:a16="http://schemas.microsoft.com/office/drawing/2014/main" id="{179F1A11-8CDF-45FF-AF3A-BF255263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2002732115 · Planet-like · P 0.155253 d</a:t>
            </a:r>
          </a:p>
        </p:txBody>
      </p:sp>
      <p:sp>
        <p:nvSpPr>
          <p:cNvPr id="22" name="atlas-image-s0056-signal-final-a6f2a9615fe1660b-backing">
            <a:extLst xmlns:a="http://schemas.openxmlformats.org/drawingml/2006/main">
              <a:ext uri="{FF2B5EF4-FFF2-40B4-BE49-F238E27FC236}">
                <a16:creationId xmlns:a16="http://schemas.microsoft.com/office/drawing/2014/main" id="{F3A82C03-F219-44C1-A42A-D44111E9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6222f6b614b0a"/>
          <a:stretch xmlns:a="http://schemas.openxmlformats.org/drawingml/2006/main"/>
        </p:blipFill>
        <p:spPr>
          <a:xfrm xmlns:a="http://schemas.openxmlformats.org/drawingml/2006/main">
            <a:off x="65853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4" name="atlas-accent-s0056-signal-final-2765f59917273bd4">
            <a:extLst xmlns:a="http://schemas.openxmlformats.org/drawingml/2006/main">
              <a:ext uri="{FF2B5EF4-FFF2-40B4-BE49-F238E27FC236}">
                <a16:creationId xmlns:a16="http://schemas.microsoft.com/office/drawing/2014/main" id="{5C59B7A4-6BDF-4F15-938E-6671849B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tlas-meta-s0056-signal-final-2765f59917273bd4">
            <a:extLst xmlns:a="http://schemas.openxmlformats.org/drawingml/2006/main">
              <a:ext uri="{FF2B5EF4-FFF2-40B4-BE49-F238E27FC236}">
                <a16:creationId xmlns:a16="http://schemas.microsoft.com/office/drawing/2014/main" id="{AC31C444-0D27-44B1-9D4D-9108C016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1979515854 · Planet-like · P 0.152124 d</a:t>
            </a:r>
          </a:p>
        </p:txBody>
      </p:sp>
      <p:sp>
        <p:nvSpPr>
          <p:cNvPr id="26" name="atlas-image-s0056-signal-final-2765f59917273bd4-backing">
            <a:extLst xmlns:a="http://schemas.openxmlformats.org/drawingml/2006/main">
              <a:ext uri="{FF2B5EF4-FFF2-40B4-BE49-F238E27FC236}">
                <a16:creationId xmlns:a16="http://schemas.microsoft.com/office/drawing/2014/main" id="{37C845B1-D376-4106-B2CA-39F01ECD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d7dfa8ca841b8"/>
          <a:stretch xmlns:a="http://schemas.openxmlformats.org/drawingml/2006/main"/>
        </p:blipFill>
        <p:spPr>
          <a:xfrm xmlns:a="http://schemas.openxmlformats.org/drawingml/2006/main">
            <a:off x="650688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8" name="atlas-caveat-1">
            <a:extLst xmlns:a="http://schemas.openxmlformats.org/drawingml/2006/main">
              <a:ext uri="{FF2B5EF4-FFF2-40B4-BE49-F238E27FC236}">
                <a16:creationId xmlns:a16="http://schemas.microsoft.com/office/drawing/2014/main" id="{E935792D-6793-40FC-A853-31AA2F55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Morphology label only · use the linked full-resolution vet sheet for detailed review</a:t>
            </a:r>
          </a:p>
        </p:txBody>
      </p:sp>
    </p:spTree>
    <p:extLst>
      <p:ext uri="{BB962C8B-B14F-4D97-AF65-F5344CB8AC3E}">
        <p14:creationId xmlns:p14="http://schemas.microsoft.com/office/powerpoint/2010/main" val="9506837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3D6018C9-9EE0-4C7C-A26D-F598B3FA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3/14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0EA6DB-4ED6-4466-883B-DBFD54C9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Transit/dip-like morphology atlas · S56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58E729F-F172-4750-95A0-2E5F7F04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atlas-accent-s0056-signal-final-64f323ad5bcc0e36">
            <a:extLst xmlns:a="http://schemas.openxmlformats.org/drawingml/2006/main">
              <a:ext uri="{FF2B5EF4-FFF2-40B4-BE49-F238E27FC236}">
                <a16:creationId xmlns:a16="http://schemas.microsoft.com/office/drawing/2014/main" id="{D72ED653-8CDA-4589-B0F3-D8BEE24D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meta-s0056-signal-final-64f323ad5bcc0e36">
            <a:extLst xmlns:a="http://schemas.openxmlformats.org/drawingml/2006/main">
              <a:ext uri="{FF2B5EF4-FFF2-40B4-BE49-F238E27FC236}">
                <a16:creationId xmlns:a16="http://schemas.microsoft.com/office/drawing/2014/main" id="{DF1E4A10-0DA1-4BC3-B793-55E33C18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2003242089 · Planet-like · P 0.953244 d</a:t>
            </a:r>
          </a:p>
        </p:txBody>
      </p:sp>
      <p:sp>
        <p:nvSpPr>
          <p:cNvPr id="6" name="atlas-image-s0056-signal-final-64f323ad5bcc0e36-backing">
            <a:extLst xmlns:a="http://schemas.openxmlformats.org/drawingml/2006/main">
              <a:ext uri="{FF2B5EF4-FFF2-40B4-BE49-F238E27FC236}">
                <a16:creationId xmlns:a16="http://schemas.microsoft.com/office/drawing/2014/main" id="{724ADB16-2282-4B04-B627-EC28764F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0591cd06b4f6e"/>
          <a:stretch xmlns:a="http://schemas.openxmlformats.org/drawingml/2006/main"/>
        </p:blipFill>
        <p:spPr>
          <a:xfrm xmlns:a="http://schemas.openxmlformats.org/drawingml/2006/main">
            <a:off x="65853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8" name="atlas-accent-s0056-signal-final-13d7e6193aaf70eb">
            <a:extLst xmlns:a="http://schemas.openxmlformats.org/drawingml/2006/main">
              <a:ext uri="{FF2B5EF4-FFF2-40B4-BE49-F238E27FC236}">
                <a16:creationId xmlns:a16="http://schemas.microsoft.com/office/drawing/2014/main" id="{D873ECDC-D3BF-4667-8B3F-A0E3DFB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las-meta-s0056-signal-final-13d7e6193aaf70eb">
            <a:extLst xmlns:a="http://schemas.openxmlformats.org/drawingml/2006/main">
              <a:ext uri="{FF2B5EF4-FFF2-40B4-BE49-F238E27FC236}">
                <a16:creationId xmlns:a16="http://schemas.microsoft.com/office/drawing/2014/main" id="{6207C36C-9169-4524-9195-9BD35832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2013972572 · Planet-like · P 5.360859 d</a:t>
            </a:r>
          </a:p>
        </p:txBody>
      </p:sp>
      <p:sp>
        <p:nvSpPr>
          <p:cNvPr id="10" name="atlas-image-s0056-signal-final-13d7e6193aaf70eb-backing">
            <a:extLst xmlns:a="http://schemas.openxmlformats.org/drawingml/2006/main">
              <a:ext uri="{FF2B5EF4-FFF2-40B4-BE49-F238E27FC236}">
                <a16:creationId xmlns:a16="http://schemas.microsoft.com/office/drawing/2014/main" id="{E6B504CF-409C-481F-9852-85EA0836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3cb3f68dc491f"/>
          <a:stretch xmlns:a="http://schemas.openxmlformats.org/drawingml/2006/main"/>
        </p:blipFill>
        <p:spPr>
          <a:xfrm xmlns:a="http://schemas.openxmlformats.org/drawingml/2006/main">
            <a:off x="650688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2" name="atlas-accent-s0056-signal-final-20a4b01701676324">
            <a:extLst xmlns:a="http://schemas.openxmlformats.org/drawingml/2006/main">
              <a:ext uri="{FF2B5EF4-FFF2-40B4-BE49-F238E27FC236}">
                <a16:creationId xmlns:a16="http://schemas.microsoft.com/office/drawing/2014/main" id="{A77F09EF-EA74-407E-A569-8672EBEA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tlas-meta-s0056-signal-final-20a4b01701676324">
            <a:extLst xmlns:a="http://schemas.openxmlformats.org/drawingml/2006/main">
              <a:ext uri="{FF2B5EF4-FFF2-40B4-BE49-F238E27FC236}">
                <a16:creationId xmlns:a16="http://schemas.microsoft.com/office/drawing/2014/main" id="{50DD98D5-BC2E-4561-9B3A-99749A67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2040434684 · Planet-like · P 0.764402 d</a:t>
            </a:r>
          </a:p>
        </p:txBody>
      </p:sp>
      <p:sp>
        <p:nvSpPr>
          <p:cNvPr id="14" name="atlas-image-s0056-signal-final-20a4b01701676324-backing">
            <a:extLst xmlns:a="http://schemas.openxmlformats.org/drawingml/2006/main">
              <a:ext uri="{FF2B5EF4-FFF2-40B4-BE49-F238E27FC236}">
                <a16:creationId xmlns:a16="http://schemas.microsoft.com/office/drawing/2014/main" id="{277F2662-E1EA-488E-928D-58A6ED2F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fa5b9b0404f19"/>
          <a:stretch xmlns:a="http://schemas.openxmlformats.org/drawingml/2006/main"/>
        </p:blipFill>
        <p:spPr>
          <a:xfrm xmlns:a="http://schemas.openxmlformats.org/drawingml/2006/main">
            <a:off x="65853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6" name="atlas-accent-s0056-signal-final-c4f2d4208d391924">
            <a:extLst xmlns:a="http://schemas.openxmlformats.org/drawingml/2006/main">
              <a:ext uri="{FF2B5EF4-FFF2-40B4-BE49-F238E27FC236}">
                <a16:creationId xmlns:a16="http://schemas.microsoft.com/office/drawing/2014/main" id="{4B32E948-7EFA-45F3-BEC8-AC827AD1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las-meta-s0056-signal-final-c4f2d4208d391924">
            <a:extLst xmlns:a="http://schemas.openxmlformats.org/drawingml/2006/main">
              <a:ext uri="{FF2B5EF4-FFF2-40B4-BE49-F238E27FC236}">
                <a16:creationId xmlns:a16="http://schemas.microsoft.com/office/drawing/2014/main" id="{FA3B55CE-865F-428D-A29D-FED94E17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2040712491 · Planet-like · P 0.376448 d</a:t>
            </a:r>
          </a:p>
        </p:txBody>
      </p:sp>
      <p:sp>
        <p:nvSpPr>
          <p:cNvPr id="18" name="atlas-image-s0056-signal-final-c4f2d4208d391924-backing">
            <a:extLst xmlns:a="http://schemas.openxmlformats.org/drawingml/2006/main">
              <a:ext uri="{FF2B5EF4-FFF2-40B4-BE49-F238E27FC236}">
                <a16:creationId xmlns:a16="http://schemas.microsoft.com/office/drawing/2014/main" id="{B535FEAF-00F9-4FD1-B929-132CEF9B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e2a6f875644ac"/>
          <a:stretch xmlns:a="http://schemas.openxmlformats.org/drawingml/2006/main"/>
        </p:blipFill>
        <p:spPr>
          <a:xfrm xmlns:a="http://schemas.openxmlformats.org/drawingml/2006/main">
            <a:off x="650688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0" name="atlas-accent-s0056-signal-final-baf88c7738af9da0">
            <a:extLst xmlns:a="http://schemas.openxmlformats.org/drawingml/2006/main">
              <a:ext uri="{FF2B5EF4-FFF2-40B4-BE49-F238E27FC236}">
                <a16:creationId xmlns:a16="http://schemas.microsoft.com/office/drawing/2014/main" id="{A5A443A6-290A-455A-9E38-6ABA898B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tlas-meta-s0056-signal-final-baf88c7738af9da0">
            <a:extLst xmlns:a="http://schemas.openxmlformats.org/drawingml/2006/main">
              <a:ext uri="{FF2B5EF4-FFF2-40B4-BE49-F238E27FC236}">
                <a16:creationId xmlns:a16="http://schemas.microsoft.com/office/drawing/2014/main" id="{AEEB2E99-C75F-47F4-A4AE-59BAE87E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2040327472 · Planet-like · P 1.849160 d</a:t>
            </a:r>
          </a:p>
        </p:txBody>
      </p:sp>
      <p:sp>
        <p:nvSpPr>
          <p:cNvPr id="22" name="atlas-image-s0056-signal-final-baf88c7738af9da0-backing">
            <a:extLst xmlns:a="http://schemas.openxmlformats.org/drawingml/2006/main">
              <a:ext uri="{FF2B5EF4-FFF2-40B4-BE49-F238E27FC236}">
                <a16:creationId xmlns:a16="http://schemas.microsoft.com/office/drawing/2014/main" id="{3B288738-CD2D-493B-B876-9593C02F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54f0d8d8d41e4"/>
          <a:stretch xmlns:a="http://schemas.openxmlformats.org/drawingml/2006/main"/>
        </p:blipFill>
        <p:spPr>
          <a:xfrm xmlns:a="http://schemas.openxmlformats.org/drawingml/2006/main">
            <a:off x="65853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4" name="atlas-accent-s0056-signal-final-5c3dced678c5e54b">
            <a:extLst xmlns:a="http://schemas.openxmlformats.org/drawingml/2006/main">
              <a:ext uri="{FF2B5EF4-FFF2-40B4-BE49-F238E27FC236}">
                <a16:creationId xmlns:a16="http://schemas.microsoft.com/office/drawing/2014/main" id="{DA948F0A-0060-42C6-AEAF-CBE644B7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tlas-meta-s0056-signal-final-5c3dced678c5e54b">
            <a:extLst xmlns:a="http://schemas.openxmlformats.org/drawingml/2006/main">
              <a:ext uri="{FF2B5EF4-FFF2-40B4-BE49-F238E27FC236}">
                <a16:creationId xmlns:a16="http://schemas.microsoft.com/office/drawing/2014/main" id="{DA83ECF2-8832-49E1-9C73-8DDB4596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2001332736 · Planet-like · P 3.935513 d</a:t>
            </a:r>
          </a:p>
        </p:txBody>
      </p:sp>
      <p:sp>
        <p:nvSpPr>
          <p:cNvPr id="26" name="atlas-image-s0056-signal-final-5c3dced678c5e54b-backing">
            <a:extLst xmlns:a="http://schemas.openxmlformats.org/drawingml/2006/main">
              <a:ext uri="{FF2B5EF4-FFF2-40B4-BE49-F238E27FC236}">
                <a16:creationId xmlns:a16="http://schemas.microsoft.com/office/drawing/2014/main" id="{0986BF22-C607-47CB-BAAF-3557FE97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5bb7da5844248"/>
          <a:stretch xmlns:a="http://schemas.openxmlformats.org/drawingml/2006/main"/>
        </p:blipFill>
        <p:spPr>
          <a:xfrm xmlns:a="http://schemas.openxmlformats.org/drawingml/2006/main">
            <a:off x="650688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8" name="atlas-caveat-2">
            <a:extLst xmlns:a="http://schemas.openxmlformats.org/drawingml/2006/main">
              <a:ext uri="{FF2B5EF4-FFF2-40B4-BE49-F238E27FC236}">
                <a16:creationId xmlns:a16="http://schemas.microsoft.com/office/drawing/2014/main" id="{DFF3970F-1B87-4BB7-98C6-C77018A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Morphology label only · use the linked full-resolution vet sheet for detailed review</a:t>
            </a:r>
          </a:p>
        </p:txBody>
      </p:sp>
    </p:spTree>
    <p:extLst>
      <p:ext uri="{BB962C8B-B14F-4D97-AF65-F5344CB8AC3E}">
        <p14:creationId xmlns:p14="http://schemas.microsoft.com/office/powerpoint/2010/main" val="18109434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89C79B11-95E4-483D-B3A9-8A33AAB5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4/14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FE50BF-03A3-498F-8075-0604BE7A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Transit/dip-like morphology atlas · S56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F310934-4B6D-4486-A59F-C074AD60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atlas-accent-s0056-signal-final-060b4c2d8bad4424">
            <a:extLst xmlns:a="http://schemas.openxmlformats.org/drawingml/2006/main">
              <a:ext uri="{FF2B5EF4-FFF2-40B4-BE49-F238E27FC236}">
                <a16:creationId xmlns:a16="http://schemas.microsoft.com/office/drawing/2014/main" id="{8B6E1B6F-ACAD-4F5E-8E2C-F19AEEF2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meta-s0056-signal-final-060b4c2d8bad4424">
            <a:extLst xmlns:a="http://schemas.openxmlformats.org/drawingml/2006/main">
              <a:ext uri="{FF2B5EF4-FFF2-40B4-BE49-F238E27FC236}">
                <a16:creationId xmlns:a16="http://schemas.microsoft.com/office/drawing/2014/main" id="{CAC9D7E8-D0E7-4CD4-ADD6-20BDBE0D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1978545466 · Planet-like · P 2.419498 d</a:t>
            </a:r>
          </a:p>
        </p:txBody>
      </p:sp>
      <p:sp>
        <p:nvSpPr>
          <p:cNvPr id="6" name="atlas-image-s0056-signal-final-060b4c2d8bad4424-backing">
            <a:extLst xmlns:a="http://schemas.openxmlformats.org/drawingml/2006/main">
              <a:ext uri="{FF2B5EF4-FFF2-40B4-BE49-F238E27FC236}">
                <a16:creationId xmlns:a16="http://schemas.microsoft.com/office/drawing/2014/main" id="{E7359D9D-8D25-49CD-9759-B608A2BD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e2c627f6449c6"/>
          <a:stretch xmlns:a="http://schemas.openxmlformats.org/drawingml/2006/main"/>
        </p:blipFill>
        <p:spPr>
          <a:xfrm xmlns:a="http://schemas.openxmlformats.org/drawingml/2006/main">
            <a:off x="65853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8" name="atlas-accent-s0056-signal-final-32e75056806c74d0">
            <a:extLst xmlns:a="http://schemas.openxmlformats.org/drawingml/2006/main">
              <a:ext uri="{FF2B5EF4-FFF2-40B4-BE49-F238E27FC236}">
                <a16:creationId xmlns:a16="http://schemas.microsoft.com/office/drawing/2014/main" id="{2D16087F-F73D-42BD-B355-A3BCC84F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las-meta-s0056-signal-final-32e75056806c74d0">
            <a:extLst xmlns:a="http://schemas.openxmlformats.org/drawingml/2006/main">
              <a:ext uri="{FF2B5EF4-FFF2-40B4-BE49-F238E27FC236}">
                <a16:creationId xmlns:a16="http://schemas.microsoft.com/office/drawing/2014/main" id="{320CA3DF-D614-4E74-9C15-6AC80652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1884114805 · Planet-like · P 0.185226 d</a:t>
            </a:r>
          </a:p>
        </p:txBody>
      </p:sp>
      <p:sp>
        <p:nvSpPr>
          <p:cNvPr id="10" name="atlas-image-s0056-signal-final-32e75056806c74d0-backing">
            <a:extLst xmlns:a="http://schemas.openxmlformats.org/drawingml/2006/main">
              <a:ext uri="{FF2B5EF4-FFF2-40B4-BE49-F238E27FC236}">
                <a16:creationId xmlns:a16="http://schemas.microsoft.com/office/drawing/2014/main" id="{96211775-6324-4C11-AEA5-0B9B54F5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d5cb99623401d"/>
          <a:stretch xmlns:a="http://schemas.openxmlformats.org/drawingml/2006/main"/>
        </p:blipFill>
        <p:spPr>
          <a:xfrm xmlns:a="http://schemas.openxmlformats.org/drawingml/2006/main">
            <a:off x="650688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2" name="atlas-accent-s0056-signal-final-5dfe82fc87d06ebf">
            <a:extLst xmlns:a="http://schemas.openxmlformats.org/drawingml/2006/main">
              <a:ext uri="{FF2B5EF4-FFF2-40B4-BE49-F238E27FC236}">
                <a16:creationId xmlns:a16="http://schemas.microsoft.com/office/drawing/2014/main" id="{C3FBE73A-82E9-4436-9113-A18AA2B3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tlas-meta-s0056-signal-final-5dfe82fc87d06ebf">
            <a:extLst xmlns:a="http://schemas.openxmlformats.org/drawingml/2006/main">
              <a:ext uri="{FF2B5EF4-FFF2-40B4-BE49-F238E27FC236}">
                <a16:creationId xmlns:a16="http://schemas.microsoft.com/office/drawing/2014/main" id="{E27A3621-367A-4C63-8F19-FCEC3AB5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2040583203 · Planet-like · P 1.739015 d</a:t>
            </a:r>
          </a:p>
        </p:txBody>
      </p:sp>
      <p:sp>
        <p:nvSpPr>
          <p:cNvPr id="14" name="atlas-image-s0056-signal-final-5dfe82fc87d06ebf-backing">
            <a:extLst xmlns:a="http://schemas.openxmlformats.org/drawingml/2006/main">
              <a:ext uri="{FF2B5EF4-FFF2-40B4-BE49-F238E27FC236}">
                <a16:creationId xmlns:a16="http://schemas.microsoft.com/office/drawing/2014/main" id="{C47E1A3E-2379-4495-8D88-C9290CA7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4e5ad5d60499a"/>
          <a:stretch xmlns:a="http://schemas.openxmlformats.org/drawingml/2006/main"/>
        </p:blipFill>
        <p:spPr>
          <a:xfrm xmlns:a="http://schemas.openxmlformats.org/drawingml/2006/main">
            <a:off x="65853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6" name="atlas-accent-s0056-signal-final-996797a6718fe524">
            <a:extLst xmlns:a="http://schemas.openxmlformats.org/drawingml/2006/main">
              <a:ext uri="{FF2B5EF4-FFF2-40B4-BE49-F238E27FC236}">
                <a16:creationId xmlns:a16="http://schemas.microsoft.com/office/drawing/2014/main" id="{C929FA71-4B90-428C-87D3-51CAF995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las-meta-s0056-signal-final-996797a6718fe524">
            <a:extLst xmlns:a="http://schemas.openxmlformats.org/drawingml/2006/main">
              <a:ext uri="{FF2B5EF4-FFF2-40B4-BE49-F238E27FC236}">
                <a16:creationId xmlns:a16="http://schemas.microsoft.com/office/drawing/2014/main" id="{A1466B99-7251-49E0-AE64-B36A9108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1971892020 · Planet-like · P 3.404675 d</a:t>
            </a:r>
          </a:p>
        </p:txBody>
      </p:sp>
      <p:sp>
        <p:nvSpPr>
          <p:cNvPr id="18" name="atlas-image-s0056-signal-final-996797a6718fe524-backing">
            <a:extLst xmlns:a="http://schemas.openxmlformats.org/drawingml/2006/main">
              <a:ext uri="{FF2B5EF4-FFF2-40B4-BE49-F238E27FC236}">
                <a16:creationId xmlns:a16="http://schemas.microsoft.com/office/drawing/2014/main" id="{879F9DEF-7706-47B2-A9C4-69FAA063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606629dfb4117"/>
          <a:stretch xmlns:a="http://schemas.openxmlformats.org/drawingml/2006/main"/>
        </p:blipFill>
        <p:spPr>
          <a:xfrm xmlns:a="http://schemas.openxmlformats.org/drawingml/2006/main">
            <a:off x="650688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0" name="atlas-accent-s0056-signal-final-c40b5454d226d391">
            <a:extLst xmlns:a="http://schemas.openxmlformats.org/drawingml/2006/main">
              <a:ext uri="{FF2B5EF4-FFF2-40B4-BE49-F238E27FC236}">
                <a16:creationId xmlns:a16="http://schemas.microsoft.com/office/drawing/2014/main" id="{154E68ED-8811-4170-8017-7837014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tlas-meta-s0056-signal-final-c40b5454d226d391">
            <a:extLst xmlns:a="http://schemas.openxmlformats.org/drawingml/2006/main">
              <a:ext uri="{FF2B5EF4-FFF2-40B4-BE49-F238E27FC236}">
                <a16:creationId xmlns:a16="http://schemas.microsoft.com/office/drawing/2014/main" id="{641634B1-419C-4746-850F-B604791F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2040459567 · Planet-like · P 2.017771 d</a:t>
            </a:r>
          </a:p>
        </p:txBody>
      </p:sp>
      <p:sp>
        <p:nvSpPr>
          <p:cNvPr id="22" name="atlas-image-s0056-signal-final-c40b5454d226d391-backing">
            <a:extLst xmlns:a="http://schemas.openxmlformats.org/drawingml/2006/main">
              <a:ext uri="{FF2B5EF4-FFF2-40B4-BE49-F238E27FC236}">
                <a16:creationId xmlns:a16="http://schemas.microsoft.com/office/drawing/2014/main" id="{C88EEF24-E341-4889-8553-F6E468A6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79f7e6ce2480d"/>
          <a:stretch xmlns:a="http://schemas.openxmlformats.org/drawingml/2006/main"/>
        </p:blipFill>
        <p:spPr>
          <a:xfrm xmlns:a="http://schemas.openxmlformats.org/drawingml/2006/main">
            <a:off x="65853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4" name="atlas-accent-s0056-signal-final-0eb5f3be4489bca2">
            <a:extLst xmlns:a="http://schemas.openxmlformats.org/drawingml/2006/main">
              <a:ext uri="{FF2B5EF4-FFF2-40B4-BE49-F238E27FC236}">
                <a16:creationId xmlns:a16="http://schemas.microsoft.com/office/drawing/2014/main" id="{34BB02E9-4F7E-4702-96A7-15234CE0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tlas-meta-s0056-signal-final-0eb5f3be4489bca2">
            <a:extLst xmlns:a="http://schemas.openxmlformats.org/drawingml/2006/main">
              <a:ext uri="{FF2B5EF4-FFF2-40B4-BE49-F238E27FC236}">
                <a16:creationId xmlns:a16="http://schemas.microsoft.com/office/drawing/2014/main" id="{850A2F37-D969-440D-9446-AB3EDEE3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1979188354 · Planet-like · P 0.433977 d</a:t>
            </a:r>
          </a:p>
        </p:txBody>
      </p:sp>
      <p:sp>
        <p:nvSpPr>
          <p:cNvPr id="26" name="atlas-image-s0056-signal-final-0eb5f3be4489bca2-backing">
            <a:extLst xmlns:a="http://schemas.openxmlformats.org/drawingml/2006/main">
              <a:ext uri="{FF2B5EF4-FFF2-40B4-BE49-F238E27FC236}">
                <a16:creationId xmlns:a16="http://schemas.microsoft.com/office/drawing/2014/main" id="{78461C65-65E7-409B-8912-63379D91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f7b1cfaff4b34"/>
          <a:stretch xmlns:a="http://schemas.openxmlformats.org/drawingml/2006/main"/>
        </p:blipFill>
        <p:spPr>
          <a:xfrm xmlns:a="http://schemas.openxmlformats.org/drawingml/2006/main">
            <a:off x="650688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8" name="atlas-caveat-3">
            <a:extLst xmlns:a="http://schemas.openxmlformats.org/drawingml/2006/main">
              <a:ext uri="{FF2B5EF4-FFF2-40B4-BE49-F238E27FC236}">
                <a16:creationId xmlns:a16="http://schemas.microsoft.com/office/drawing/2014/main" id="{04D54778-D9ED-488C-A163-8944BF22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Morphology label only · use the linked full-resolution vet sheet for detailed review</a:t>
            </a:r>
          </a:p>
        </p:txBody>
      </p:sp>
    </p:spTree>
    <p:extLst>
      <p:ext uri="{BB962C8B-B14F-4D97-AF65-F5344CB8AC3E}">
        <p14:creationId xmlns:p14="http://schemas.microsoft.com/office/powerpoint/2010/main" val="15905356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821A1C5A-458B-47CF-944A-F3A87CD7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5/14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2B0693-E324-4606-B82F-22578D3A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Transit/dip-like morphology atlas · S56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7125535-5BC8-4CBE-8D6F-D2D975C6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atlas-accent-s0056-signal-final-9feeb542c31650d9">
            <a:extLst xmlns:a="http://schemas.openxmlformats.org/drawingml/2006/main">
              <a:ext uri="{FF2B5EF4-FFF2-40B4-BE49-F238E27FC236}">
                <a16:creationId xmlns:a16="http://schemas.microsoft.com/office/drawing/2014/main" id="{F7DBDB8E-1F39-4D1D-A405-D50CC825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meta-s0056-signal-final-9feeb542c31650d9">
            <a:extLst xmlns:a="http://schemas.openxmlformats.org/drawingml/2006/main">
              <a:ext uri="{FF2B5EF4-FFF2-40B4-BE49-F238E27FC236}">
                <a16:creationId xmlns:a16="http://schemas.microsoft.com/office/drawing/2014/main" id="{D8103B77-5C2F-4BF4-B4E9-F7CBCF35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2001273871 · Planet-like · P 0.478421 d</a:t>
            </a:r>
          </a:p>
        </p:txBody>
      </p:sp>
      <p:sp>
        <p:nvSpPr>
          <p:cNvPr id="6" name="atlas-image-s0056-signal-final-9feeb542c31650d9-backing">
            <a:extLst xmlns:a="http://schemas.openxmlformats.org/drawingml/2006/main">
              <a:ext uri="{FF2B5EF4-FFF2-40B4-BE49-F238E27FC236}">
                <a16:creationId xmlns:a16="http://schemas.microsoft.com/office/drawing/2014/main" id="{3C0951C5-DBD9-4BB1-9033-335ECF17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9c4f77be14da1"/>
          <a:stretch xmlns:a="http://schemas.openxmlformats.org/drawingml/2006/main"/>
        </p:blipFill>
        <p:spPr>
          <a:xfrm xmlns:a="http://schemas.openxmlformats.org/drawingml/2006/main">
            <a:off x="65853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8" name="atlas-accent-s0056-signal-final-b6f5f50e065449fb">
            <a:extLst xmlns:a="http://schemas.openxmlformats.org/drawingml/2006/main">
              <a:ext uri="{FF2B5EF4-FFF2-40B4-BE49-F238E27FC236}">
                <a16:creationId xmlns:a16="http://schemas.microsoft.com/office/drawing/2014/main" id="{3B13378D-47AE-4172-AE53-7393242E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las-meta-s0056-signal-final-b6f5f50e065449fb">
            <a:extLst xmlns:a="http://schemas.openxmlformats.org/drawingml/2006/main">
              <a:ext uri="{FF2B5EF4-FFF2-40B4-BE49-F238E27FC236}">
                <a16:creationId xmlns:a16="http://schemas.microsoft.com/office/drawing/2014/main" id="{E687F220-5769-4B96-BE83-0342E076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2040364939 · Planet-like · P 0.996935 d</a:t>
            </a:r>
          </a:p>
        </p:txBody>
      </p:sp>
      <p:sp>
        <p:nvSpPr>
          <p:cNvPr id="10" name="atlas-image-s0056-signal-final-b6f5f50e065449fb-backing">
            <a:extLst xmlns:a="http://schemas.openxmlformats.org/drawingml/2006/main">
              <a:ext uri="{FF2B5EF4-FFF2-40B4-BE49-F238E27FC236}">
                <a16:creationId xmlns:a16="http://schemas.microsoft.com/office/drawing/2014/main" id="{43B9F5CD-5E4A-4869-A51D-8C368CFA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d59b4aa8641ab"/>
          <a:stretch xmlns:a="http://schemas.openxmlformats.org/drawingml/2006/main"/>
        </p:blipFill>
        <p:spPr>
          <a:xfrm xmlns:a="http://schemas.openxmlformats.org/drawingml/2006/main">
            <a:off x="650688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2" name="atlas-accent-s0056-signal-final-7eaf546568eb9e50">
            <a:extLst xmlns:a="http://schemas.openxmlformats.org/drawingml/2006/main">
              <a:ext uri="{FF2B5EF4-FFF2-40B4-BE49-F238E27FC236}">
                <a16:creationId xmlns:a16="http://schemas.microsoft.com/office/drawing/2014/main" id="{FDE4433E-4816-49AF-AF08-CB71CB5B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tlas-meta-s0056-signal-final-7eaf546568eb9e50">
            <a:extLst xmlns:a="http://schemas.openxmlformats.org/drawingml/2006/main">
              <a:ext uri="{FF2B5EF4-FFF2-40B4-BE49-F238E27FC236}">
                <a16:creationId xmlns:a16="http://schemas.microsoft.com/office/drawing/2014/main" id="{B2A57582-7D9C-4256-BF67-098E49BA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1882050598 · Planet-like · P 0.177125 d</a:t>
            </a:r>
          </a:p>
        </p:txBody>
      </p:sp>
      <p:sp>
        <p:nvSpPr>
          <p:cNvPr id="14" name="atlas-image-s0056-signal-final-7eaf546568eb9e50-backing">
            <a:extLst xmlns:a="http://schemas.openxmlformats.org/drawingml/2006/main">
              <a:ext uri="{FF2B5EF4-FFF2-40B4-BE49-F238E27FC236}">
                <a16:creationId xmlns:a16="http://schemas.microsoft.com/office/drawing/2014/main" id="{8F07843D-76C7-497F-A5E5-9B6208EF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b59b781fb4a8b"/>
          <a:stretch xmlns:a="http://schemas.openxmlformats.org/drawingml/2006/main"/>
        </p:blipFill>
        <p:spPr>
          <a:xfrm xmlns:a="http://schemas.openxmlformats.org/drawingml/2006/main">
            <a:off x="65853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6" name="atlas-accent-s0056-signal-final-81cebad1b6515654">
            <a:extLst xmlns:a="http://schemas.openxmlformats.org/drawingml/2006/main">
              <a:ext uri="{FF2B5EF4-FFF2-40B4-BE49-F238E27FC236}">
                <a16:creationId xmlns:a16="http://schemas.microsoft.com/office/drawing/2014/main" id="{2BD7AFD9-CAB0-4F29-A8C5-D671E97B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las-meta-s0056-signal-final-81cebad1b6515654">
            <a:extLst xmlns:a="http://schemas.openxmlformats.org/drawingml/2006/main">
              <a:ext uri="{FF2B5EF4-FFF2-40B4-BE49-F238E27FC236}">
                <a16:creationId xmlns:a16="http://schemas.microsoft.com/office/drawing/2014/main" id="{97D83727-0F3B-4235-A7D5-852FFC03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2003515304 · Planet-like · P 0.827946 d</a:t>
            </a:r>
          </a:p>
        </p:txBody>
      </p:sp>
      <p:sp>
        <p:nvSpPr>
          <p:cNvPr id="18" name="atlas-image-s0056-signal-final-81cebad1b6515654-backing">
            <a:extLst xmlns:a="http://schemas.openxmlformats.org/drawingml/2006/main">
              <a:ext uri="{FF2B5EF4-FFF2-40B4-BE49-F238E27FC236}">
                <a16:creationId xmlns:a16="http://schemas.microsoft.com/office/drawing/2014/main" id="{2AB9627E-912F-4BAB-9AC8-3ABEAC9E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0856a21374bc9"/>
          <a:stretch xmlns:a="http://schemas.openxmlformats.org/drawingml/2006/main"/>
        </p:blipFill>
        <p:spPr>
          <a:xfrm xmlns:a="http://schemas.openxmlformats.org/drawingml/2006/main">
            <a:off x="650688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0" name="atlas-accent-s0056-signal-final-6566a055758275ca">
            <a:extLst xmlns:a="http://schemas.openxmlformats.org/drawingml/2006/main">
              <a:ext uri="{FF2B5EF4-FFF2-40B4-BE49-F238E27FC236}">
                <a16:creationId xmlns:a16="http://schemas.microsoft.com/office/drawing/2014/main" id="{B389F558-7ED6-46E5-ACAD-BBD1B846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tlas-meta-s0056-signal-final-6566a055758275ca">
            <a:extLst xmlns:a="http://schemas.openxmlformats.org/drawingml/2006/main">
              <a:ext uri="{FF2B5EF4-FFF2-40B4-BE49-F238E27FC236}">
                <a16:creationId xmlns:a16="http://schemas.microsoft.com/office/drawing/2014/main" id="{F05FD52E-D293-4652-A096-8201DDBA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2011415393 · Planet-like · P 0.243089 d</a:t>
            </a:r>
          </a:p>
        </p:txBody>
      </p:sp>
      <p:sp>
        <p:nvSpPr>
          <p:cNvPr id="22" name="atlas-image-s0056-signal-final-6566a055758275ca-backing">
            <a:extLst xmlns:a="http://schemas.openxmlformats.org/drawingml/2006/main">
              <a:ext uri="{FF2B5EF4-FFF2-40B4-BE49-F238E27FC236}">
                <a16:creationId xmlns:a16="http://schemas.microsoft.com/office/drawing/2014/main" id="{0E8B01B0-1CCC-4D93-9C38-2495FA2F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1086285c34d17"/>
          <a:stretch xmlns:a="http://schemas.openxmlformats.org/drawingml/2006/main"/>
        </p:blipFill>
        <p:spPr>
          <a:xfrm xmlns:a="http://schemas.openxmlformats.org/drawingml/2006/main">
            <a:off x="65853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4" name="atlas-accent-s0056-signal-final-ea5ef5e0a20cf690">
            <a:extLst xmlns:a="http://schemas.openxmlformats.org/drawingml/2006/main">
              <a:ext uri="{FF2B5EF4-FFF2-40B4-BE49-F238E27FC236}">
                <a16:creationId xmlns:a16="http://schemas.microsoft.com/office/drawing/2014/main" id="{BDE2695B-11DD-4521-848D-07BC0DC8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tlas-meta-s0056-signal-final-ea5ef5e0a20cf690">
            <a:extLst xmlns:a="http://schemas.openxmlformats.org/drawingml/2006/main">
              <a:ext uri="{FF2B5EF4-FFF2-40B4-BE49-F238E27FC236}">
                <a16:creationId xmlns:a16="http://schemas.microsoft.com/office/drawing/2014/main" id="{B12DEEB2-A27E-4D33-B21A-E2538058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2003344337 · Planet-like · P 0.381233 d</a:t>
            </a:r>
          </a:p>
        </p:txBody>
      </p:sp>
      <p:sp>
        <p:nvSpPr>
          <p:cNvPr id="26" name="atlas-image-s0056-signal-final-ea5ef5e0a20cf690-backing">
            <a:extLst xmlns:a="http://schemas.openxmlformats.org/drawingml/2006/main">
              <a:ext uri="{FF2B5EF4-FFF2-40B4-BE49-F238E27FC236}">
                <a16:creationId xmlns:a16="http://schemas.microsoft.com/office/drawing/2014/main" id="{55A18D77-53AE-4AB1-811C-92128549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5034a904a4d6e"/>
          <a:stretch xmlns:a="http://schemas.openxmlformats.org/drawingml/2006/main"/>
        </p:blipFill>
        <p:spPr>
          <a:xfrm xmlns:a="http://schemas.openxmlformats.org/drawingml/2006/main">
            <a:off x="650688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8" name="atlas-caveat-4">
            <a:extLst xmlns:a="http://schemas.openxmlformats.org/drawingml/2006/main">
              <a:ext uri="{FF2B5EF4-FFF2-40B4-BE49-F238E27FC236}">
                <a16:creationId xmlns:a16="http://schemas.microsoft.com/office/drawing/2014/main" id="{31DAFB23-EF53-442A-A856-3671E421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Morphology label only · use the linked full-resolution vet sheet for detailed review</a:t>
            </a:r>
          </a:p>
        </p:txBody>
      </p:sp>
    </p:spTree>
    <p:extLst>
      <p:ext uri="{BB962C8B-B14F-4D97-AF65-F5344CB8AC3E}">
        <p14:creationId xmlns:p14="http://schemas.microsoft.com/office/powerpoint/2010/main" val="4548649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8AC0AA27-EF99-4909-AE06-3A08BF21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6/14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3866C3-F46D-4952-8F1C-F95428D8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Transit/dip-like morphology atlas · S56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F4DC395-8519-4652-A8EC-C51503C7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4" name="atlas-accent-s0056-signal-final-522da810c5ade45f">
            <a:extLst xmlns:a="http://schemas.openxmlformats.org/drawingml/2006/main">
              <a:ext uri="{FF2B5EF4-FFF2-40B4-BE49-F238E27FC236}">
                <a16:creationId xmlns:a16="http://schemas.microsoft.com/office/drawing/2014/main" id="{1C2A3A19-ED05-4CAB-8BB8-E414515A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meta-s0056-signal-final-522da810c5ade45f">
            <a:extLst xmlns:a="http://schemas.openxmlformats.org/drawingml/2006/main">
              <a:ext uri="{FF2B5EF4-FFF2-40B4-BE49-F238E27FC236}">
                <a16:creationId xmlns:a16="http://schemas.microsoft.com/office/drawing/2014/main" id="{73A59A2C-39D5-4C8B-9BAE-15CEF1F3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1977017648 · Broad/wide · P 0.528231 d</a:t>
            </a:r>
          </a:p>
        </p:txBody>
      </p:sp>
      <p:sp>
        <p:nvSpPr>
          <p:cNvPr id="6" name="atlas-image-s0056-signal-final-522da810c5ade45f-backing">
            <a:extLst xmlns:a="http://schemas.openxmlformats.org/drawingml/2006/main">
              <a:ext uri="{FF2B5EF4-FFF2-40B4-BE49-F238E27FC236}">
                <a16:creationId xmlns:a16="http://schemas.microsoft.com/office/drawing/2014/main" id="{56461B05-85C2-4142-89C8-E7DB6800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4ad87e1bb462f"/>
          <a:stretch xmlns:a="http://schemas.openxmlformats.org/drawingml/2006/main"/>
        </p:blipFill>
        <p:spPr>
          <a:xfrm xmlns:a="http://schemas.openxmlformats.org/drawingml/2006/main">
            <a:off x="65853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8" name="atlas-accent-s0056-signal-final-11292c034b5c8f16">
            <a:extLst xmlns:a="http://schemas.openxmlformats.org/drawingml/2006/main">
              <a:ext uri="{FF2B5EF4-FFF2-40B4-BE49-F238E27FC236}">
                <a16:creationId xmlns:a16="http://schemas.microsoft.com/office/drawing/2014/main" id="{A767E577-B3AE-46C5-9BE5-C271D8B4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las-meta-s0056-signal-final-11292c034b5c8f16">
            <a:extLst xmlns:a="http://schemas.openxmlformats.org/drawingml/2006/main">
              <a:ext uri="{FF2B5EF4-FFF2-40B4-BE49-F238E27FC236}">
                <a16:creationId xmlns:a16="http://schemas.microsoft.com/office/drawing/2014/main" id="{2930FBA7-DB94-45CB-8D87-1C0C27FF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2003932333 · Broad/wide · P 6.259449 d</a:t>
            </a:r>
          </a:p>
        </p:txBody>
      </p:sp>
      <p:sp>
        <p:nvSpPr>
          <p:cNvPr id="10" name="atlas-image-s0056-signal-final-11292c034b5c8f16-backing">
            <a:extLst xmlns:a="http://schemas.openxmlformats.org/drawingml/2006/main">
              <a:ext uri="{FF2B5EF4-FFF2-40B4-BE49-F238E27FC236}">
                <a16:creationId xmlns:a16="http://schemas.microsoft.com/office/drawing/2014/main" id="{D3EFAC01-4872-491B-BAFD-BE308AE9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44a3678974a2f"/>
          <a:stretch xmlns:a="http://schemas.openxmlformats.org/drawingml/2006/main"/>
        </p:blipFill>
        <p:spPr>
          <a:xfrm xmlns:a="http://schemas.openxmlformats.org/drawingml/2006/main">
            <a:off x="650688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2" name="atlas-accent-s0056-signal-final-a43ac5e4d65dfce9">
            <a:extLst xmlns:a="http://schemas.openxmlformats.org/drawingml/2006/main">
              <a:ext uri="{FF2B5EF4-FFF2-40B4-BE49-F238E27FC236}">
                <a16:creationId xmlns:a16="http://schemas.microsoft.com/office/drawing/2014/main" id="{77933EC5-AE31-4B10-9911-AD8E549E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tlas-meta-s0056-signal-final-a43ac5e4d65dfce9">
            <a:extLst xmlns:a="http://schemas.openxmlformats.org/drawingml/2006/main">
              <a:ext uri="{FF2B5EF4-FFF2-40B4-BE49-F238E27FC236}">
                <a16:creationId xmlns:a16="http://schemas.microsoft.com/office/drawing/2014/main" id="{0F1C77FC-ED0A-4E03-A5F8-28348B2B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1961669845 · Broad/wide · P 0.375137 d</a:t>
            </a:r>
          </a:p>
        </p:txBody>
      </p:sp>
      <p:sp>
        <p:nvSpPr>
          <p:cNvPr id="14" name="atlas-image-s0056-signal-final-a43ac5e4d65dfce9-backing">
            <a:extLst xmlns:a="http://schemas.openxmlformats.org/drawingml/2006/main">
              <a:ext uri="{FF2B5EF4-FFF2-40B4-BE49-F238E27FC236}">
                <a16:creationId xmlns:a16="http://schemas.microsoft.com/office/drawing/2014/main" id="{32C88A98-58BD-46CA-92F4-2B678977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4f5881db34704"/>
          <a:stretch xmlns:a="http://schemas.openxmlformats.org/drawingml/2006/main"/>
        </p:blipFill>
        <p:spPr>
          <a:xfrm xmlns:a="http://schemas.openxmlformats.org/drawingml/2006/main">
            <a:off x="65853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6" name="atlas-accent-s0056-signal-final-b06d3830712d14a4">
            <a:extLst xmlns:a="http://schemas.openxmlformats.org/drawingml/2006/main">
              <a:ext uri="{FF2B5EF4-FFF2-40B4-BE49-F238E27FC236}">
                <a16:creationId xmlns:a16="http://schemas.microsoft.com/office/drawing/2014/main" id="{FE79EC15-8877-4F75-9C36-7EBC8F69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las-meta-s0056-signal-final-b06d3830712d14a4">
            <a:extLst xmlns:a="http://schemas.openxmlformats.org/drawingml/2006/main">
              <a:ext uri="{FF2B5EF4-FFF2-40B4-BE49-F238E27FC236}">
                <a16:creationId xmlns:a16="http://schemas.microsoft.com/office/drawing/2014/main" id="{340CD6AB-630F-4DB3-9C68-C8B2228D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1883654820 · Broad/wide · P 0.202020 d</a:t>
            </a:r>
          </a:p>
        </p:txBody>
      </p:sp>
      <p:sp>
        <p:nvSpPr>
          <p:cNvPr id="18" name="atlas-image-s0056-signal-final-b06d3830712d14a4-backing">
            <a:extLst xmlns:a="http://schemas.openxmlformats.org/drawingml/2006/main">
              <a:ext uri="{FF2B5EF4-FFF2-40B4-BE49-F238E27FC236}">
                <a16:creationId xmlns:a16="http://schemas.microsoft.com/office/drawing/2014/main" id="{3387A419-E9B9-4301-BFCB-48427A35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d0da187944a64"/>
          <a:stretch xmlns:a="http://schemas.openxmlformats.org/drawingml/2006/main"/>
        </p:blipFill>
        <p:spPr>
          <a:xfrm xmlns:a="http://schemas.openxmlformats.org/drawingml/2006/main">
            <a:off x="650688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0" name="atlas-accent-s0056-signal-final-6756b7eaf1ce8d9a">
            <a:extLst xmlns:a="http://schemas.openxmlformats.org/drawingml/2006/main">
              <a:ext uri="{FF2B5EF4-FFF2-40B4-BE49-F238E27FC236}">
                <a16:creationId xmlns:a16="http://schemas.microsoft.com/office/drawing/2014/main" id="{61C3383E-C31E-4CFA-9778-FA26F3B7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tlas-meta-s0056-signal-final-6756b7eaf1ce8d9a">
            <a:extLst xmlns:a="http://schemas.openxmlformats.org/drawingml/2006/main">
              <a:ext uri="{FF2B5EF4-FFF2-40B4-BE49-F238E27FC236}">
                <a16:creationId xmlns:a16="http://schemas.microsoft.com/office/drawing/2014/main" id="{7788D4C6-46FD-4563-BBD5-39D5FFBB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2004663882 · Broad/wide · P 8.238690 d</a:t>
            </a:r>
          </a:p>
        </p:txBody>
      </p:sp>
      <p:sp>
        <p:nvSpPr>
          <p:cNvPr id="22" name="atlas-image-s0056-signal-final-6756b7eaf1ce8d9a-backing">
            <a:extLst xmlns:a="http://schemas.openxmlformats.org/drawingml/2006/main">
              <a:ext uri="{FF2B5EF4-FFF2-40B4-BE49-F238E27FC236}">
                <a16:creationId xmlns:a16="http://schemas.microsoft.com/office/drawing/2014/main" id="{9F584860-A389-48F0-B424-F5AA097B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f0d6694d94095"/>
          <a:stretch xmlns:a="http://schemas.openxmlformats.org/drawingml/2006/main"/>
        </p:blipFill>
        <p:spPr>
          <a:xfrm xmlns:a="http://schemas.openxmlformats.org/drawingml/2006/main">
            <a:off x="65853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4" name="atlas-accent-s0056-signal-final-14d6bc027f6b4134">
            <a:extLst xmlns:a="http://schemas.openxmlformats.org/drawingml/2006/main">
              <a:ext uri="{FF2B5EF4-FFF2-40B4-BE49-F238E27FC236}">
                <a16:creationId xmlns:a16="http://schemas.microsoft.com/office/drawing/2014/main" id="{31816506-9C87-437B-AC9B-DD861131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tlas-meta-s0056-signal-final-14d6bc027f6b4134">
            <a:extLst xmlns:a="http://schemas.openxmlformats.org/drawingml/2006/main">
              <a:ext uri="{FF2B5EF4-FFF2-40B4-BE49-F238E27FC236}">
                <a16:creationId xmlns:a16="http://schemas.microsoft.com/office/drawing/2014/main" id="{2BB8D9BA-E140-4B9C-A456-0A07017F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2002584084 · Broad/wide · P 0.315005 d</a:t>
            </a:r>
          </a:p>
        </p:txBody>
      </p:sp>
      <p:sp>
        <p:nvSpPr>
          <p:cNvPr id="26" name="atlas-image-s0056-signal-final-14d6bc027f6b4134-backing">
            <a:extLst xmlns:a="http://schemas.openxmlformats.org/drawingml/2006/main">
              <a:ext uri="{FF2B5EF4-FFF2-40B4-BE49-F238E27FC236}">
                <a16:creationId xmlns:a16="http://schemas.microsoft.com/office/drawing/2014/main" id="{63D3E588-B00B-41E9-BA3D-B235BA1F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768cc153e487b"/>
          <a:stretch xmlns:a="http://schemas.openxmlformats.org/drawingml/2006/main"/>
        </p:blipFill>
        <p:spPr>
          <a:xfrm xmlns:a="http://schemas.openxmlformats.org/drawingml/2006/main">
            <a:off x="650688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8" name="atlas-caveat-5">
            <a:extLst xmlns:a="http://schemas.openxmlformats.org/drawingml/2006/main">
              <a:ext uri="{FF2B5EF4-FFF2-40B4-BE49-F238E27FC236}">
                <a16:creationId xmlns:a16="http://schemas.microsoft.com/office/drawing/2014/main" id="{0DDBEAC4-B189-452B-9D7B-B40ACFAC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Morphology label only · use the linked full-resolution vet sheet for detailed review</a:t>
            </a:r>
          </a:p>
        </p:txBody>
      </p:sp>
    </p:spTree>
    <p:extLst>
      <p:ext uri="{BB962C8B-B14F-4D97-AF65-F5344CB8AC3E}">
        <p14:creationId xmlns:p14="http://schemas.microsoft.com/office/powerpoint/2010/main" val="232897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BBAFCD9B-87D4-4BDB-B280-D4BF7E47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7/14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17B9CB-7B64-4D1A-BB22-31048093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Transit/dip-like morphology atlas · S56–S57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02CC5DD-6557-43B5-8BB9-D6FC2CD9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4" name="atlas-accent-s0056-signal-final-e6acb48592ebf324">
            <a:extLst xmlns:a="http://schemas.openxmlformats.org/drawingml/2006/main">
              <a:ext uri="{FF2B5EF4-FFF2-40B4-BE49-F238E27FC236}">
                <a16:creationId xmlns:a16="http://schemas.microsoft.com/office/drawing/2014/main" id="{6779AEBF-2E4B-46A5-8EA0-5854422F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meta-s0056-signal-final-e6acb48592ebf324">
            <a:extLst xmlns:a="http://schemas.openxmlformats.org/drawingml/2006/main">
              <a:ext uri="{FF2B5EF4-FFF2-40B4-BE49-F238E27FC236}">
                <a16:creationId xmlns:a16="http://schemas.microsoft.com/office/drawing/2014/main" id="{AB2AA306-E69F-4BA4-B6D4-25A00F76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2002584079 · Broad/wide · P 0.315005 d</a:t>
            </a:r>
          </a:p>
        </p:txBody>
      </p:sp>
      <p:sp>
        <p:nvSpPr>
          <p:cNvPr id="6" name="atlas-image-s0056-signal-final-e6acb48592ebf324-backing">
            <a:extLst xmlns:a="http://schemas.openxmlformats.org/drawingml/2006/main">
              <a:ext uri="{FF2B5EF4-FFF2-40B4-BE49-F238E27FC236}">
                <a16:creationId xmlns:a16="http://schemas.microsoft.com/office/drawing/2014/main" id="{13328F67-5839-4AB2-B5CE-1C44FF33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37996a4c04b10"/>
          <a:stretch xmlns:a="http://schemas.openxmlformats.org/drawingml/2006/main"/>
        </p:blipFill>
        <p:spPr>
          <a:xfrm xmlns:a="http://schemas.openxmlformats.org/drawingml/2006/main">
            <a:off x="65853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8" name="atlas-accent-s0056-signal-final-b2b2d1518e3af891">
            <a:extLst xmlns:a="http://schemas.openxmlformats.org/drawingml/2006/main">
              <a:ext uri="{FF2B5EF4-FFF2-40B4-BE49-F238E27FC236}">
                <a16:creationId xmlns:a16="http://schemas.microsoft.com/office/drawing/2014/main" id="{BA584F28-DD0E-4BB3-A4B5-0A1C3F37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las-meta-s0056-signal-final-b2b2d1518e3af891">
            <a:extLst xmlns:a="http://schemas.openxmlformats.org/drawingml/2006/main">
              <a:ext uri="{FF2B5EF4-FFF2-40B4-BE49-F238E27FC236}">
                <a16:creationId xmlns:a16="http://schemas.microsoft.com/office/drawing/2014/main" id="{4EF3ED9E-ED6A-47C5-96DB-2357E284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S56 · TIC 365613123 · Broad/wide · P 0.242472 d</a:t>
            </a:r>
          </a:p>
        </p:txBody>
      </p:sp>
      <p:sp>
        <p:nvSpPr>
          <p:cNvPr id="10" name="atlas-image-s0056-signal-final-b2b2d1518e3af891-backing">
            <a:extLst xmlns:a="http://schemas.openxmlformats.org/drawingml/2006/main">
              <a:ext uri="{FF2B5EF4-FFF2-40B4-BE49-F238E27FC236}">
                <a16:creationId xmlns:a16="http://schemas.microsoft.com/office/drawing/2014/main" id="{05D2877E-D56C-42DC-918E-F8AD2070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b73495126427a"/>
          <a:stretch xmlns:a="http://schemas.openxmlformats.org/drawingml/2006/main"/>
        </p:blipFill>
        <p:spPr>
          <a:xfrm xmlns:a="http://schemas.openxmlformats.org/drawingml/2006/main">
            <a:off x="650688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2" name="atlas-accent-s0057-signal-final-c97a102144f72af2">
            <a:extLst xmlns:a="http://schemas.openxmlformats.org/drawingml/2006/main">
              <a:ext uri="{FF2B5EF4-FFF2-40B4-BE49-F238E27FC236}">
                <a16:creationId xmlns:a16="http://schemas.microsoft.com/office/drawing/2014/main" id="{3FC4C871-A25E-4F14-99C3-5A0D9AD2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tlas-meta-s0057-signal-final-c97a102144f72af2">
            <a:extLst xmlns:a="http://schemas.openxmlformats.org/drawingml/2006/main">
              <a:ext uri="{FF2B5EF4-FFF2-40B4-BE49-F238E27FC236}">
                <a16:creationId xmlns:a16="http://schemas.microsoft.com/office/drawing/2014/main" id="{3E14F160-74B2-41C1-8A10-6E83BB75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S57 · TIC 160520962 · Planet-like · P 0.201781 d</a:t>
            </a:r>
          </a:p>
        </p:txBody>
      </p:sp>
      <p:sp>
        <p:nvSpPr>
          <p:cNvPr id="14" name="atlas-image-s0057-signal-final-c97a102144f72af2-backing">
            <a:extLst xmlns:a="http://schemas.openxmlformats.org/drawingml/2006/main">
              <a:ext uri="{FF2B5EF4-FFF2-40B4-BE49-F238E27FC236}">
                <a16:creationId xmlns:a16="http://schemas.microsoft.com/office/drawing/2014/main" id="{82CEBF1C-6E66-448E-9031-351703E2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1e082a9924f86"/>
          <a:stretch xmlns:a="http://schemas.openxmlformats.org/drawingml/2006/main"/>
        </p:blipFill>
        <p:spPr>
          <a:xfrm xmlns:a="http://schemas.openxmlformats.org/drawingml/2006/main">
            <a:off x="65853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6" name="atlas-accent-s0057-signal-final-57eea28a68f9c06a">
            <a:extLst xmlns:a="http://schemas.openxmlformats.org/drawingml/2006/main">
              <a:ext uri="{FF2B5EF4-FFF2-40B4-BE49-F238E27FC236}">
                <a16:creationId xmlns:a16="http://schemas.microsoft.com/office/drawing/2014/main" id="{D9FC91C4-E504-4006-B088-52195ABE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las-meta-s0057-signal-final-57eea28a68f9c06a">
            <a:extLst xmlns:a="http://schemas.openxmlformats.org/drawingml/2006/main">
              <a:ext uri="{FF2B5EF4-FFF2-40B4-BE49-F238E27FC236}">
                <a16:creationId xmlns:a16="http://schemas.microsoft.com/office/drawing/2014/main" id="{2D22D815-41AE-4F77-97A9-1DE98FAB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S57 · TIC 1400704733 · Planet-like · P 0.363705 d</a:t>
            </a:r>
          </a:p>
        </p:txBody>
      </p:sp>
      <p:sp>
        <p:nvSpPr>
          <p:cNvPr id="18" name="atlas-image-s0057-signal-final-57eea28a68f9c06a-backing">
            <a:extLst xmlns:a="http://schemas.openxmlformats.org/drawingml/2006/main">
              <a:ext uri="{FF2B5EF4-FFF2-40B4-BE49-F238E27FC236}">
                <a16:creationId xmlns:a16="http://schemas.microsoft.com/office/drawing/2014/main" id="{79890CE9-2BE1-4348-B9D0-0F855111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3ddcf1bd44e2b"/>
          <a:stretch xmlns:a="http://schemas.openxmlformats.org/drawingml/2006/main"/>
        </p:blipFill>
        <p:spPr>
          <a:xfrm xmlns:a="http://schemas.openxmlformats.org/drawingml/2006/main">
            <a:off x="650688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0" name="atlas-accent-s0057-signal-final-2ef8c3bacdf529f3">
            <a:extLst xmlns:a="http://schemas.openxmlformats.org/drawingml/2006/main">
              <a:ext uri="{FF2B5EF4-FFF2-40B4-BE49-F238E27FC236}">
                <a16:creationId xmlns:a16="http://schemas.microsoft.com/office/drawing/2014/main" id="{4F1CF19C-67AA-4124-86C7-9344401F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tlas-meta-s0057-signal-final-2ef8c3bacdf529f3">
            <a:extLst xmlns:a="http://schemas.openxmlformats.org/drawingml/2006/main">
              <a:ext uri="{FF2B5EF4-FFF2-40B4-BE49-F238E27FC236}">
                <a16:creationId xmlns:a16="http://schemas.microsoft.com/office/drawing/2014/main" id="{F925B70A-6847-4EAE-A3F6-9BF2CF1D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S57 · TIC 1201294971 · Planet-like · P 0.286041 d</a:t>
            </a:r>
          </a:p>
        </p:txBody>
      </p:sp>
      <p:sp>
        <p:nvSpPr>
          <p:cNvPr id="22" name="atlas-image-s0057-signal-final-2ef8c3bacdf529f3-backing">
            <a:extLst xmlns:a="http://schemas.openxmlformats.org/drawingml/2006/main">
              <a:ext uri="{FF2B5EF4-FFF2-40B4-BE49-F238E27FC236}">
                <a16:creationId xmlns:a16="http://schemas.microsoft.com/office/drawing/2014/main" id="{5BD04D4F-5FF7-41A9-8BCD-5D550506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5cf2f06774e82"/>
          <a:stretch xmlns:a="http://schemas.openxmlformats.org/drawingml/2006/main"/>
        </p:blipFill>
        <p:spPr>
          <a:xfrm xmlns:a="http://schemas.openxmlformats.org/drawingml/2006/main">
            <a:off x="65853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4" name="atlas-accent-s0057-signal-final-384c4261adaef816">
            <a:extLst xmlns:a="http://schemas.openxmlformats.org/drawingml/2006/main">
              <a:ext uri="{FF2B5EF4-FFF2-40B4-BE49-F238E27FC236}">
                <a16:creationId xmlns:a16="http://schemas.microsoft.com/office/drawing/2014/main" id="{CC678A8C-E93D-4A7A-A638-DB3B9495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tlas-meta-s0057-signal-final-384c4261adaef816">
            <a:extLst xmlns:a="http://schemas.openxmlformats.org/drawingml/2006/main">
              <a:ext uri="{FF2B5EF4-FFF2-40B4-BE49-F238E27FC236}">
                <a16:creationId xmlns:a16="http://schemas.microsoft.com/office/drawing/2014/main" id="{9E0D7A91-4B61-47CB-B56C-75A2B57C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S57 · TIC 1400739415 · Planet-like · P 0.127759 d</a:t>
            </a:r>
          </a:p>
        </p:txBody>
      </p:sp>
      <p:sp>
        <p:nvSpPr>
          <p:cNvPr id="26" name="atlas-image-s0057-signal-final-384c4261adaef816-backing">
            <a:extLst xmlns:a="http://schemas.openxmlformats.org/drawingml/2006/main">
              <a:ext uri="{FF2B5EF4-FFF2-40B4-BE49-F238E27FC236}">
                <a16:creationId xmlns:a16="http://schemas.microsoft.com/office/drawing/2014/main" id="{A395C379-8B7B-41B8-ADFF-6FAEBC22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d2a0b7889490a"/>
          <a:stretch xmlns:a="http://schemas.openxmlformats.org/drawingml/2006/main"/>
        </p:blipFill>
        <p:spPr>
          <a:xfrm xmlns:a="http://schemas.openxmlformats.org/drawingml/2006/main">
            <a:off x="650688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8" name="atlas-caveat-6">
            <a:extLst xmlns:a="http://schemas.openxmlformats.org/drawingml/2006/main">
              <a:ext uri="{FF2B5EF4-FFF2-40B4-BE49-F238E27FC236}">
                <a16:creationId xmlns:a16="http://schemas.microsoft.com/office/drawing/2014/main" id="{31BC4BB7-E7F0-448C-A24C-F08ADCC5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Morphology label only · use the linked full-resolution vet sheet for detailed review</a:t>
            </a:r>
          </a:p>
        </p:txBody>
      </p:sp>
    </p:spTree>
    <p:extLst>
      <p:ext uri="{BB962C8B-B14F-4D97-AF65-F5344CB8AC3E}">
        <p14:creationId xmlns:p14="http://schemas.microsoft.com/office/powerpoint/2010/main" val="17773019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9C18A4E4-FEDB-468C-9E21-C57C273D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8/14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BF4C3C-24CB-4466-A0AD-EE455690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Transit/dip-like morphology atlas · S57–S58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6C822BD-8D2D-4F4F-8470-130F8886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4" name="atlas-accent-s0057-signal-final-18f75d68009cb1a3">
            <a:extLst xmlns:a="http://schemas.openxmlformats.org/drawingml/2006/main">
              <a:ext uri="{FF2B5EF4-FFF2-40B4-BE49-F238E27FC236}">
                <a16:creationId xmlns:a16="http://schemas.microsoft.com/office/drawing/2014/main" id="{86DBA52B-F9A8-4476-B016-FD888401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meta-s0057-signal-final-18f75d68009cb1a3">
            <a:extLst xmlns:a="http://schemas.openxmlformats.org/drawingml/2006/main">
              <a:ext uri="{FF2B5EF4-FFF2-40B4-BE49-F238E27FC236}">
                <a16:creationId xmlns:a16="http://schemas.microsoft.com/office/drawing/2014/main" id="{841ABC7A-0765-4E09-AB80-168CAEDC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S57 · TIC 1400855795 · Planet-like · P 0.134001 d</a:t>
            </a:r>
          </a:p>
        </p:txBody>
      </p:sp>
      <p:sp>
        <p:nvSpPr>
          <p:cNvPr id="6" name="atlas-image-s0057-signal-final-18f75d68009cb1a3-backing">
            <a:extLst xmlns:a="http://schemas.openxmlformats.org/drawingml/2006/main">
              <a:ext uri="{FF2B5EF4-FFF2-40B4-BE49-F238E27FC236}">
                <a16:creationId xmlns:a16="http://schemas.microsoft.com/office/drawing/2014/main" id="{D3B92974-A288-477B-AAC8-69957A59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014f5b9d14d03"/>
          <a:stretch xmlns:a="http://schemas.openxmlformats.org/drawingml/2006/main"/>
        </p:blipFill>
        <p:spPr>
          <a:xfrm xmlns:a="http://schemas.openxmlformats.org/drawingml/2006/main">
            <a:off x="65853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8" name="atlas-accent-s0058-signal-final-9f0eb559d0aa75f7">
            <a:extLst xmlns:a="http://schemas.openxmlformats.org/drawingml/2006/main">
              <a:ext uri="{FF2B5EF4-FFF2-40B4-BE49-F238E27FC236}">
                <a16:creationId xmlns:a16="http://schemas.microsoft.com/office/drawing/2014/main" id="{CBEFA93C-1F82-48D5-8DDF-BC47E68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las-meta-s0058-signal-final-9f0eb559d0aa75f7">
            <a:extLst xmlns:a="http://schemas.openxmlformats.org/drawingml/2006/main">
              <a:ext uri="{FF2B5EF4-FFF2-40B4-BE49-F238E27FC236}">
                <a16:creationId xmlns:a16="http://schemas.microsoft.com/office/drawing/2014/main" id="{ECD03663-DC20-47EE-838E-FE6E0BD8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S58 · TIC 445187975 · Planet-like · P 1.390106 d</a:t>
            </a:r>
          </a:p>
        </p:txBody>
      </p:sp>
      <p:sp>
        <p:nvSpPr>
          <p:cNvPr id="10" name="atlas-image-s0058-signal-final-9f0eb559d0aa75f7-backing">
            <a:extLst xmlns:a="http://schemas.openxmlformats.org/drawingml/2006/main">
              <a:ext uri="{FF2B5EF4-FFF2-40B4-BE49-F238E27FC236}">
                <a16:creationId xmlns:a16="http://schemas.microsoft.com/office/drawing/2014/main" id="{89E9DE1A-41D6-459C-83F5-96E4F91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4ea29876c4b57"/>
          <a:stretch xmlns:a="http://schemas.openxmlformats.org/drawingml/2006/main"/>
        </p:blipFill>
        <p:spPr>
          <a:xfrm xmlns:a="http://schemas.openxmlformats.org/drawingml/2006/main">
            <a:off x="650688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2" name="atlas-accent-s0058-signal-final-ec4718c3ba7ed920">
            <a:extLst xmlns:a="http://schemas.openxmlformats.org/drawingml/2006/main">
              <a:ext uri="{FF2B5EF4-FFF2-40B4-BE49-F238E27FC236}">
                <a16:creationId xmlns:a16="http://schemas.microsoft.com/office/drawing/2014/main" id="{F0AA63F7-6F30-44BF-9CBF-71FC812B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tlas-meta-s0058-signal-final-ec4718c3ba7ed920">
            <a:extLst xmlns:a="http://schemas.openxmlformats.org/drawingml/2006/main">
              <a:ext uri="{FF2B5EF4-FFF2-40B4-BE49-F238E27FC236}">
                <a16:creationId xmlns:a16="http://schemas.microsoft.com/office/drawing/2014/main" id="{C4B7E824-C4C1-4A60-94BF-34120B64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S58 · TIC 2023941305 · Planet-like · P 0.236138 d</a:t>
            </a:r>
          </a:p>
        </p:txBody>
      </p:sp>
      <p:sp>
        <p:nvSpPr>
          <p:cNvPr id="14" name="atlas-image-s0058-signal-final-ec4718c3ba7ed920-backing">
            <a:extLst xmlns:a="http://schemas.openxmlformats.org/drawingml/2006/main">
              <a:ext uri="{FF2B5EF4-FFF2-40B4-BE49-F238E27FC236}">
                <a16:creationId xmlns:a16="http://schemas.microsoft.com/office/drawing/2014/main" id="{FD68E299-8A6C-4A1F-8EBB-F47B0BBC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81d6f1fa3416a"/>
          <a:stretch xmlns:a="http://schemas.openxmlformats.org/drawingml/2006/main"/>
        </p:blipFill>
        <p:spPr>
          <a:xfrm xmlns:a="http://schemas.openxmlformats.org/drawingml/2006/main">
            <a:off x="65853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6" name="atlas-accent-s0058-signal-final-e9af42d8d207531d">
            <a:extLst xmlns:a="http://schemas.openxmlformats.org/drawingml/2006/main">
              <a:ext uri="{FF2B5EF4-FFF2-40B4-BE49-F238E27FC236}">
                <a16:creationId xmlns:a16="http://schemas.microsoft.com/office/drawing/2014/main" id="{BDE0E049-146A-44C1-86B2-64513D88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las-meta-s0058-signal-final-e9af42d8d207531d">
            <a:extLst xmlns:a="http://schemas.openxmlformats.org/drawingml/2006/main">
              <a:ext uri="{FF2B5EF4-FFF2-40B4-BE49-F238E27FC236}">
                <a16:creationId xmlns:a16="http://schemas.microsoft.com/office/drawing/2014/main" id="{A8E5A0EE-1011-48C8-BEBC-946A6589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S58 · TIC 646374542 · Planet-like · P 0.125426 d</a:t>
            </a:r>
          </a:p>
        </p:txBody>
      </p:sp>
      <p:sp>
        <p:nvSpPr>
          <p:cNvPr id="18" name="atlas-image-s0058-signal-final-e9af42d8d207531d-backing">
            <a:extLst xmlns:a="http://schemas.openxmlformats.org/drawingml/2006/main">
              <a:ext uri="{FF2B5EF4-FFF2-40B4-BE49-F238E27FC236}">
                <a16:creationId xmlns:a16="http://schemas.microsoft.com/office/drawing/2014/main" id="{AD50CFD8-2AED-4505-BFF5-542953ED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42152d7444ede"/>
          <a:stretch xmlns:a="http://schemas.openxmlformats.org/drawingml/2006/main"/>
        </p:blipFill>
        <p:spPr>
          <a:xfrm xmlns:a="http://schemas.openxmlformats.org/drawingml/2006/main">
            <a:off x="650688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0" name="atlas-accent-s0058-signal-final-4eb9ed2197c15746">
            <a:extLst xmlns:a="http://schemas.openxmlformats.org/drawingml/2006/main">
              <a:ext uri="{FF2B5EF4-FFF2-40B4-BE49-F238E27FC236}">
                <a16:creationId xmlns:a16="http://schemas.microsoft.com/office/drawing/2014/main" id="{8BFBEE9B-DC87-4D1F-AD31-AE1D58A7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tlas-meta-s0058-signal-final-4eb9ed2197c15746">
            <a:extLst xmlns:a="http://schemas.openxmlformats.org/drawingml/2006/main">
              <a:ext uri="{FF2B5EF4-FFF2-40B4-BE49-F238E27FC236}">
                <a16:creationId xmlns:a16="http://schemas.microsoft.com/office/drawing/2014/main" id="{4E93E9FF-1B93-4F65-B962-9262B7AB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S58 · TIC 2045881230 · Planet-like · P 0.133586 d</a:t>
            </a:r>
          </a:p>
        </p:txBody>
      </p:sp>
      <p:sp>
        <p:nvSpPr>
          <p:cNvPr id="22" name="atlas-image-s0058-signal-final-4eb9ed2197c15746-backing">
            <a:extLst xmlns:a="http://schemas.openxmlformats.org/drawingml/2006/main">
              <a:ext uri="{FF2B5EF4-FFF2-40B4-BE49-F238E27FC236}">
                <a16:creationId xmlns:a16="http://schemas.microsoft.com/office/drawing/2014/main" id="{35B38D30-3281-41CF-B601-323E85B2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76a5c7fa14a58"/>
          <a:stretch xmlns:a="http://schemas.openxmlformats.org/drawingml/2006/main"/>
        </p:blipFill>
        <p:spPr>
          <a:xfrm xmlns:a="http://schemas.openxmlformats.org/drawingml/2006/main">
            <a:off x="65853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4" name="atlas-accent-s0058-signal-final-cbfa7bf15e68c005">
            <a:extLst xmlns:a="http://schemas.openxmlformats.org/drawingml/2006/main">
              <a:ext uri="{FF2B5EF4-FFF2-40B4-BE49-F238E27FC236}">
                <a16:creationId xmlns:a16="http://schemas.microsoft.com/office/drawing/2014/main" id="{6680EFD6-CE2C-497B-8393-882FF6F5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tlas-meta-s0058-signal-final-cbfa7bf15e68c005">
            <a:extLst xmlns:a="http://schemas.openxmlformats.org/drawingml/2006/main">
              <a:ext uri="{FF2B5EF4-FFF2-40B4-BE49-F238E27FC236}">
                <a16:creationId xmlns:a16="http://schemas.microsoft.com/office/drawing/2014/main" id="{0A8246A7-180D-4AB4-ABBA-65AF1FA9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S58 · TIC 620393380 · Planet-like · P 0.382644 d</a:t>
            </a:r>
          </a:p>
        </p:txBody>
      </p:sp>
      <p:sp>
        <p:nvSpPr>
          <p:cNvPr id="26" name="atlas-image-s0058-signal-final-cbfa7bf15e68c005-backing">
            <a:extLst xmlns:a="http://schemas.openxmlformats.org/drawingml/2006/main">
              <a:ext uri="{FF2B5EF4-FFF2-40B4-BE49-F238E27FC236}">
                <a16:creationId xmlns:a16="http://schemas.microsoft.com/office/drawing/2014/main" id="{BE62869C-097F-4F0A-819C-73973339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d05a7effc40f8"/>
          <a:stretch xmlns:a="http://schemas.openxmlformats.org/drawingml/2006/main"/>
        </p:blipFill>
        <p:spPr>
          <a:xfrm xmlns:a="http://schemas.openxmlformats.org/drawingml/2006/main">
            <a:off x="650688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8" name="atlas-caveat-7">
            <a:extLst xmlns:a="http://schemas.openxmlformats.org/drawingml/2006/main">
              <a:ext uri="{FF2B5EF4-FFF2-40B4-BE49-F238E27FC236}">
                <a16:creationId xmlns:a16="http://schemas.microsoft.com/office/drawing/2014/main" id="{FC3355A3-EEAC-46FC-81AA-E21E7BD2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Morphology label only · use the linked full-resolution vet sheet for detailed review</a:t>
            </a:r>
          </a:p>
        </p:txBody>
      </p:sp>
    </p:spTree>
    <p:extLst>
      <p:ext uri="{BB962C8B-B14F-4D97-AF65-F5344CB8AC3E}">
        <p14:creationId xmlns:p14="http://schemas.microsoft.com/office/powerpoint/2010/main" val="13387454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E069FC01-C61F-4961-9ABC-1695E656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9/14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F130E5-EE81-4F89-B5B3-36EEE7A8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Transit/dip-like morphology atlas · S58–S60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9A31F5A-AD86-42B1-B515-27B43B39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4" name="atlas-accent-s0058-signal-final-1e9d12a02d51c383">
            <a:extLst xmlns:a="http://schemas.openxmlformats.org/drawingml/2006/main">
              <a:ext uri="{FF2B5EF4-FFF2-40B4-BE49-F238E27FC236}">
                <a16:creationId xmlns:a16="http://schemas.microsoft.com/office/drawing/2014/main" id="{D1CF2186-5F2F-49E4-9C08-FBFCF708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meta-s0058-signal-final-1e9d12a02d51c383">
            <a:extLst xmlns:a="http://schemas.openxmlformats.org/drawingml/2006/main">
              <a:ext uri="{FF2B5EF4-FFF2-40B4-BE49-F238E27FC236}">
                <a16:creationId xmlns:a16="http://schemas.microsoft.com/office/drawing/2014/main" id="{7997D902-05DB-409F-B3EB-A1F70BE4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S58 · TIC 1201247611 · Planet-like · P 0.138082 d</a:t>
            </a:r>
          </a:p>
        </p:txBody>
      </p:sp>
      <p:sp>
        <p:nvSpPr>
          <p:cNvPr id="6" name="atlas-image-s0058-signal-final-1e9d12a02d51c383-backing">
            <a:extLst xmlns:a="http://schemas.openxmlformats.org/drawingml/2006/main">
              <a:ext uri="{FF2B5EF4-FFF2-40B4-BE49-F238E27FC236}">
                <a16:creationId xmlns:a16="http://schemas.microsoft.com/office/drawing/2014/main" id="{028B6CC0-8E98-4562-9427-40973382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f9f1f7d76496f"/>
          <a:stretch xmlns:a="http://schemas.openxmlformats.org/drawingml/2006/main"/>
        </p:blipFill>
        <p:spPr>
          <a:xfrm xmlns:a="http://schemas.openxmlformats.org/drawingml/2006/main">
            <a:off x="65853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8" name="atlas-accent-s0059-signal-final-aee7105ecca4cb47">
            <a:extLst xmlns:a="http://schemas.openxmlformats.org/drawingml/2006/main">
              <a:ext uri="{FF2B5EF4-FFF2-40B4-BE49-F238E27FC236}">
                <a16:creationId xmlns:a16="http://schemas.microsoft.com/office/drawing/2014/main" id="{634FA940-528A-4851-91FE-5FDDFF02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las-meta-s0059-signal-final-aee7105ecca4cb47">
            <a:extLst xmlns:a="http://schemas.openxmlformats.org/drawingml/2006/main">
              <a:ext uri="{FF2B5EF4-FFF2-40B4-BE49-F238E27FC236}">
                <a16:creationId xmlns:a16="http://schemas.microsoft.com/office/drawing/2014/main" id="{7CF05310-D6A6-4A9C-BA82-DF4C27BC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S59 · TIC 170963213 · Planet-like · P 0.307170 d</a:t>
            </a:r>
          </a:p>
        </p:txBody>
      </p:sp>
      <p:sp>
        <p:nvSpPr>
          <p:cNvPr id="10" name="atlas-image-s0059-signal-final-aee7105ecca4cb47-backing">
            <a:extLst xmlns:a="http://schemas.openxmlformats.org/drawingml/2006/main">
              <a:ext uri="{FF2B5EF4-FFF2-40B4-BE49-F238E27FC236}">
                <a16:creationId xmlns:a16="http://schemas.microsoft.com/office/drawing/2014/main" id="{06F04D74-9CE2-4482-AB1D-6FCD0430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8fe435eb542e2"/>
          <a:stretch xmlns:a="http://schemas.openxmlformats.org/drawingml/2006/main"/>
        </p:blipFill>
        <p:spPr>
          <a:xfrm xmlns:a="http://schemas.openxmlformats.org/drawingml/2006/main">
            <a:off x="650688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2" name="atlas-accent-s0059-signal-final-feb938a3701ffd5b">
            <a:extLst xmlns:a="http://schemas.openxmlformats.org/drawingml/2006/main">
              <a:ext uri="{FF2B5EF4-FFF2-40B4-BE49-F238E27FC236}">
                <a16:creationId xmlns:a16="http://schemas.microsoft.com/office/drawing/2014/main" id="{8D59B8CB-839E-41B7-B7DD-2E2A1E5C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tlas-meta-s0059-signal-final-feb938a3701ffd5b">
            <a:extLst xmlns:a="http://schemas.openxmlformats.org/drawingml/2006/main">
              <a:ext uri="{FF2B5EF4-FFF2-40B4-BE49-F238E27FC236}">
                <a16:creationId xmlns:a16="http://schemas.microsoft.com/office/drawing/2014/main" id="{19D3ACA8-E88D-4677-8B1F-FCF1B678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S59 · TIC 670722447 · Planet-like · P 0.141500 d</a:t>
            </a:r>
          </a:p>
        </p:txBody>
      </p:sp>
      <p:sp>
        <p:nvSpPr>
          <p:cNvPr id="14" name="atlas-image-s0059-signal-final-feb938a3701ffd5b-backing">
            <a:extLst xmlns:a="http://schemas.openxmlformats.org/drawingml/2006/main">
              <a:ext uri="{FF2B5EF4-FFF2-40B4-BE49-F238E27FC236}">
                <a16:creationId xmlns:a16="http://schemas.microsoft.com/office/drawing/2014/main" id="{16954AA0-F006-43FC-8826-D98DCD31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70d23099f4903"/>
          <a:stretch xmlns:a="http://schemas.openxmlformats.org/drawingml/2006/main"/>
        </p:blipFill>
        <p:spPr>
          <a:xfrm xmlns:a="http://schemas.openxmlformats.org/drawingml/2006/main">
            <a:off x="65853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6" name="atlas-accent-s0059-signal-final-8b4b89564b1b4635">
            <a:extLst xmlns:a="http://schemas.openxmlformats.org/drawingml/2006/main">
              <a:ext uri="{FF2B5EF4-FFF2-40B4-BE49-F238E27FC236}">
                <a16:creationId xmlns:a16="http://schemas.microsoft.com/office/drawing/2014/main" id="{5D84A7D4-BC26-4BB3-929C-3FC270E6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las-meta-s0059-signal-final-8b4b89564b1b4635">
            <a:extLst xmlns:a="http://schemas.openxmlformats.org/drawingml/2006/main">
              <a:ext uri="{FF2B5EF4-FFF2-40B4-BE49-F238E27FC236}">
                <a16:creationId xmlns:a16="http://schemas.microsoft.com/office/drawing/2014/main" id="{5CCD115D-915F-4072-8960-4DB5E3AA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S59 · TIC 1201319601 · Planet-like · P 0.129296 d</a:t>
            </a:r>
          </a:p>
        </p:txBody>
      </p:sp>
      <p:sp>
        <p:nvSpPr>
          <p:cNvPr id="18" name="atlas-image-s0059-signal-final-8b4b89564b1b4635-backing">
            <a:extLst xmlns:a="http://schemas.openxmlformats.org/drawingml/2006/main">
              <a:ext uri="{FF2B5EF4-FFF2-40B4-BE49-F238E27FC236}">
                <a16:creationId xmlns:a16="http://schemas.microsoft.com/office/drawing/2014/main" id="{E51E3FA3-29DD-4A4A-B57F-D6D52A5F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fbf12e7bb48c9"/>
          <a:stretch xmlns:a="http://schemas.openxmlformats.org/drawingml/2006/main"/>
        </p:blipFill>
        <p:spPr>
          <a:xfrm xmlns:a="http://schemas.openxmlformats.org/drawingml/2006/main">
            <a:off x="650688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0" name="atlas-accent-s0059-signal-final-718b31a6890d0f11">
            <a:extLst xmlns:a="http://schemas.openxmlformats.org/drawingml/2006/main">
              <a:ext uri="{FF2B5EF4-FFF2-40B4-BE49-F238E27FC236}">
                <a16:creationId xmlns:a16="http://schemas.microsoft.com/office/drawing/2014/main" id="{56D0D817-C093-46B7-AF11-591CD889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tlas-meta-s0059-signal-final-718b31a6890d0f11">
            <a:extLst xmlns:a="http://schemas.openxmlformats.org/drawingml/2006/main">
              <a:ext uri="{FF2B5EF4-FFF2-40B4-BE49-F238E27FC236}">
                <a16:creationId xmlns:a16="http://schemas.microsoft.com/office/drawing/2014/main" id="{1E5B06CF-1F67-4186-B506-B0192127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S59 · TIC 662750122 · Planet-like · P 0.164293 d</a:t>
            </a:r>
          </a:p>
        </p:txBody>
      </p:sp>
      <p:sp>
        <p:nvSpPr>
          <p:cNvPr id="22" name="atlas-image-s0059-signal-final-718b31a6890d0f11-backing">
            <a:extLst xmlns:a="http://schemas.openxmlformats.org/drawingml/2006/main">
              <a:ext uri="{FF2B5EF4-FFF2-40B4-BE49-F238E27FC236}">
                <a16:creationId xmlns:a16="http://schemas.microsoft.com/office/drawing/2014/main" id="{C86D9219-3B0A-474F-A421-80C1896C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934fb423e43ad"/>
          <a:stretch xmlns:a="http://schemas.openxmlformats.org/drawingml/2006/main"/>
        </p:blipFill>
        <p:spPr>
          <a:xfrm xmlns:a="http://schemas.openxmlformats.org/drawingml/2006/main">
            <a:off x="65853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4" name="atlas-accent-s0060-signal-final-1cda1187a36be0c3">
            <a:extLst xmlns:a="http://schemas.openxmlformats.org/drawingml/2006/main">
              <a:ext uri="{FF2B5EF4-FFF2-40B4-BE49-F238E27FC236}">
                <a16:creationId xmlns:a16="http://schemas.microsoft.com/office/drawing/2014/main" id="{BA82D123-F147-4FF7-B488-8CC6FFD8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tlas-meta-s0060-signal-final-1cda1187a36be0c3">
            <a:extLst xmlns:a="http://schemas.openxmlformats.org/drawingml/2006/main">
              <a:ext uri="{FF2B5EF4-FFF2-40B4-BE49-F238E27FC236}">
                <a16:creationId xmlns:a16="http://schemas.microsoft.com/office/drawing/2014/main" id="{2C71567D-6E03-4A31-88D4-AD4A8FC3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S60 · TIC 188819697 · Planet-like · P 0.179418 d</a:t>
            </a:r>
          </a:p>
        </p:txBody>
      </p:sp>
      <p:sp>
        <p:nvSpPr>
          <p:cNvPr id="26" name="atlas-image-s0060-signal-final-1cda1187a36be0c3-backing">
            <a:extLst xmlns:a="http://schemas.openxmlformats.org/drawingml/2006/main">
              <a:ext uri="{FF2B5EF4-FFF2-40B4-BE49-F238E27FC236}">
                <a16:creationId xmlns:a16="http://schemas.microsoft.com/office/drawing/2014/main" id="{8E07A665-15F4-4C3D-AF3F-04806419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7912f14404c1b"/>
          <a:stretch xmlns:a="http://schemas.openxmlformats.org/drawingml/2006/main"/>
        </p:blipFill>
        <p:spPr>
          <a:xfrm xmlns:a="http://schemas.openxmlformats.org/drawingml/2006/main">
            <a:off x="650688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8" name="atlas-caveat-8">
            <a:extLst xmlns:a="http://schemas.openxmlformats.org/drawingml/2006/main">
              <a:ext uri="{FF2B5EF4-FFF2-40B4-BE49-F238E27FC236}">
                <a16:creationId xmlns:a16="http://schemas.microsoft.com/office/drawing/2014/main" id="{8675834D-E56D-492F-B6B8-BBACB14E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Morphology label only · use the linked full-resolution vet sheet for detailed review</a:t>
            </a:r>
          </a:p>
        </p:txBody>
      </p:sp>
    </p:spTree>
    <p:extLst>
      <p:ext uri="{BB962C8B-B14F-4D97-AF65-F5344CB8AC3E}">
        <p14:creationId xmlns:p14="http://schemas.microsoft.com/office/powerpoint/2010/main" val="17662519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3F7193FA-1195-4350-B536-8E2D7485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10/14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E28B74-087D-4488-A876-99D80DAD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Transit/dip-like morphology atlas · S60–S61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D4936BD-0F8B-4696-940D-55B9D610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4" name="atlas-accent-s0060-signal-final-a8c4e6a5d35c2827">
            <a:extLst xmlns:a="http://schemas.openxmlformats.org/drawingml/2006/main">
              <a:ext uri="{FF2B5EF4-FFF2-40B4-BE49-F238E27FC236}">
                <a16:creationId xmlns:a16="http://schemas.microsoft.com/office/drawing/2014/main" id="{1C9F0F56-27F5-4552-A64D-3B3A72C8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meta-s0060-signal-final-a8c4e6a5d35c2827">
            <a:extLst xmlns:a="http://schemas.openxmlformats.org/drawingml/2006/main">
              <a:ext uri="{FF2B5EF4-FFF2-40B4-BE49-F238E27FC236}">
                <a16:creationId xmlns:a16="http://schemas.microsoft.com/office/drawing/2014/main" id="{37B04F53-8927-45C3-BDFA-56C057D3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S60 · TIC 55502089 · Planet-like · P 0.142435 d</a:t>
            </a:r>
          </a:p>
        </p:txBody>
      </p:sp>
      <p:sp>
        <p:nvSpPr>
          <p:cNvPr id="6" name="atlas-image-s0060-signal-final-a8c4e6a5d35c2827-backing">
            <a:extLst xmlns:a="http://schemas.openxmlformats.org/drawingml/2006/main">
              <a:ext uri="{FF2B5EF4-FFF2-40B4-BE49-F238E27FC236}">
                <a16:creationId xmlns:a16="http://schemas.microsoft.com/office/drawing/2014/main" id="{F9F4F3E0-4BD1-493D-B6DA-FB671F9D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438baba2b47dc"/>
          <a:stretch xmlns:a="http://schemas.openxmlformats.org/drawingml/2006/main"/>
        </p:blipFill>
        <p:spPr>
          <a:xfrm xmlns:a="http://schemas.openxmlformats.org/drawingml/2006/main">
            <a:off x="65853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8" name="atlas-accent-s0060-signal-final-707936b0cc0c31c8">
            <a:extLst xmlns:a="http://schemas.openxmlformats.org/drawingml/2006/main">
              <a:ext uri="{FF2B5EF4-FFF2-40B4-BE49-F238E27FC236}">
                <a16:creationId xmlns:a16="http://schemas.microsoft.com/office/drawing/2014/main" id="{7A3BBB63-1BC5-49D2-8C34-7BE33E06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las-meta-s0060-signal-final-707936b0cc0c31c8">
            <a:extLst xmlns:a="http://schemas.openxmlformats.org/drawingml/2006/main">
              <a:ext uri="{FF2B5EF4-FFF2-40B4-BE49-F238E27FC236}">
                <a16:creationId xmlns:a16="http://schemas.microsoft.com/office/drawing/2014/main" id="{4DF44B59-15A9-4627-8858-F1704C05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S60 · TIC 1883504789 · Planet-like · P 0.157433 d</a:t>
            </a:r>
          </a:p>
        </p:txBody>
      </p:sp>
      <p:sp>
        <p:nvSpPr>
          <p:cNvPr id="10" name="atlas-image-s0060-signal-final-707936b0cc0c31c8-backing">
            <a:extLst xmlns:a="http://schemas.openxmlformats.org/drawingml/2006/main">
              <a:ext uri="{FF2B5EF4-FFF2-40B4-BE49-F238E27FC236}">
                <a16:creationId xmlns:a16="http://schemas.microsoft.com/office/drawing/2014/main" id="{DB82D654-6B5C-40CD-8368-81E9FA56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5dbb027c14efd"/>
          <a:stretch xmlns:a="http://schemas.openxmlformats.org/drawingml/2006/main"/>
        </p:blipFill>
        <p:spPr>
          <a:xfrm xmlns:a="http://schemas.openxmlformats.org/drawingml/2006/main">
            <a:off x="650688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2" name="atlas-accent-s0060-signal-final-a488a62f6b863225">
            <a:extLst xmlns:a="http://schemas.openxmlformats.org/drawingml/2006/main">
              <a:ext uri="{FF2B5EF4-FFF2-40B4-BE49-F238E27FC236}">
                <a16:creationId xmlns:a16="http://schemas.microsoft.com/office/drawing/2014/main" id="{A3203D78-0DE0-4973-A556-CA52760C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tlas-meta-s0060-signal-final-a488a62f6b863225">
            <a:extLst xmlns:a="http://schemas.openxmlformats.org/drawingml/2006/main">
              <a:ext uri="{FF2B5EF4-FFF2-40B4-BE49-F238E27FC236}">
                <a16:creationId xmlns:a16="http://schemas.microsoft.com/office/drawing/2014/main" id="{3E46DCB1-41C0-421C-BA23-57CE0F7B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S60 · TIC 802667130 · Planet-like · P 0.159244 d</a:t>
            </a:r>
          </a:p>
        </p:txBody>
      </p:sp>
      <p:sp>
        <p:nvSpPr>
          <p:cNvPr id="14" name="atlas-image-s0060-signal-final-a488a62f6b863225-backing">
            <a:extLst xmlns:a="http://schemas.openxmlformats.org/drawingml/2006/main">
              <a:ext uri="{FF2B5EF4-FFF2-40B4-BE49-F238E27FC236}">
                <a16:creationId xmlns:a16="http://schemas.microsoft.com/office/drawing/2014/main" id="{32F8048E-92CC-4F18-B129-0D305BDC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5060ec05f46e8"/>
          <a:stretch xmlns:a="http://schemas.openxmlformats.org/drawingml/2006/main"/>
        </p:blipFill>
        <p:spPr>
          <a:xfrm xmlns:a="http://schemas.openxmlformats.org/drawingml/2006/main">
            <a:off x="65853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6" name="atlas-accent-s0060-signal-final-8ee2ae5deb452c4b">
            <a:extLst xmlns:a="http://schemas.openxmlformats.org/drawingml/2006/main">
              <a:ext uri="{FF2B5EF4-FFF2-40B4-BE49-F238E27FC236}">
                <a16:creationId xmlns:a16="http://schemas.microsoft.com/office/drawing/2014/main" id="{B98D5D88-590B-480B-8B58-1BF09A58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las-meta-s0060-signal-final-8ee2ae5deb452c4b">
            <a:extLst xmlns:a="http://schemas.openxmlformats.org/drawingml/2006/main">
              <a:ext uri="{FF2B5EF4-FFF2-40B4-BE49-F238E27FC236}">
                <a16:creationId xmlns:a16="http://schemas.microsoft.com/office/drawing/2014/main" id="{EF61BA59-1333-4A44-8BF7-DCCFD3D2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S60 · TIC 444988803 · Planet-like · P 0.291881 d</a:t>
            </a:r>
          </a:p>
        </p:txBody>
      </p:sp>
      <p:sp>
        <p:nvSpPr>
          <p:cNvPr id="18" name="atlas-image-s0060-signal-final-8ee2ae5deb452c4b-backing">
            <a:extLst xmlns:a="http://schemas.openxmlformats.org/drawingml/2006/main">
              <a:ext uri="{FF2B5EF4-FFF2-40B4-BE49-F238E27FC236}">
                <a16:creationId xmlns:a16="http://schemas.microsoft.com/office/drawing/2014/main" id="{0E50C04B-3CBB-4F81-A51E-44D0A879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3339aa5af4ab7"/>
          <a:stretch xmlns:a="http://schemas.openxmlformats.org/drawingml/2006/main"/>
        </p:blipFill>
        <p:spPr>
          <a:xfrm xmlns:a="http://schemas.openxmlformats.org/drawingml/2006/main">
            <a:off x="650688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0" name="atlas-accent-s0060-signal-final-d25c09306316acac">
            <a:extLst xmlns:a="http://schemas.openxmlformats.org/drawingml/2006/main">
              <a:ext uri="{FF2B5EF4-FFF2-40B4-BE49-F238E27FC236}">
                <a16:creationId xmlns:a16="http://schemas.microsoft.com/office/drawing/2014/main" id="{C8586392-3E84-4B43-ACB0-877A7F7D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tlas-meta-s0060-signal-final-d25c09306316acac">
            <a:extLst xmlns:a="http://schemas.openxmlformats.org/drawingml/2006/main">
              <a:ext uri="{FF2B5EF4-FFF2-40B4-BE49-F238E27FC236}">
                <a16:creationId xmlns:a16="http://schemas.microsoft.com/office/drawing/2014/main" id="{71BD6788-7276-4DB5-9B00-0F1F054D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S60 · TIC 81104679 · Planet-like · P 0.341019 d</a:t>
            </a:r>
          </a:p>
        </p:txBody>
      </p:sp>
      <p:sp>
        <p:nvSpPr>
          <p:cNvPr id="22" name="atlas-image-s0060-signal-final-d25c09306316acac-backing">
            <a:extLst xmlns:a="http://schemas.openxmlformats.org/drawingml/2006/main">
              <a:ext uri="{FF2B5EF4-FFF2-40B4-BE49-F238E27FC236}">
                <a16:creationId xmlns:a16="http://schemas.microsoft.com/office/drawing/2014/main" id="{7AEA6256-BABB-4673-816D-C593E8FB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a4328a9474b5f"/>
          <a:stretch xmlns:a="http://schemas.openxmlformats.org/drawingml/2006/main"/>
        </p:blipFill>
        <p:spPr>
          <a:xfrm xmlns:a="http://schemas.openxmlformats.org/drawingml/2006/main">
            <a:off x="65853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4" name="atlas-accent-s0061-signal-final-d7e962bd542384b4">
            <a:extLst xmlns:a="http://schemas.openxmlformats.org/drawingml/2006/main">
              <a:ext uri="{FF2B5EF4-FFF2-40B4-BE49-F238E27FC236}">
                <a16:creationId xmlns:a16="http://schemas.microsoft.com/office/drawing/2014/main" id="{8A8B6449-18CF-4C83-9028-AC7B6BE7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tlas-meta-s0061-signal-final-d7e962bd542384b4">
            <a:extLst xmlns:a="http://schemas.openxmlformats.org/drawingml/2006/main">
              <a:ext uri="{FF2B5EF4-FFF2-40B4-BE49-F238E27FC236}">
                <a16:creationId xmlns:a16="http://schemas.microsoft.com/office/drawing/2014/main" id="{8DA2228D-7E9D-43DD-903A-5591993E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S61 · TIC 270679102 · Planet-like · P 0.149439 d</a:t>
            </a:r>
          </a:p>
        </p:txBody>
      </p:sp>
      <p:sp>
        <p:nvSpPr>
          <p:cNvPr id="26" name="atlas-image-s0061-signal-final-d7e962bd542384b4-backing">
            <a:extLst xmlns:a="http://schemas.openxmlformats.org/drawingml/2006/main">
              <a:ext uri="{FF2B5EF4-FFF2-40B4-BE49-F238E27FC236}">
                <a16:creationId xmlns:a16="http://schemas.microsoft.com/office/drawing/2014/main" id="{6543FF8B-78BE-45F5-B2BE-0CF87E94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8af92046c44d9"/>
          <a:stretch xmlns:a="http://schemas.openxmlformats.org/drawingml/2006/main"/>
        </p:blipFill>
        <p:spPr>
          <a:xfrm xmlns:a="http://schemas.openxmlformats.org/drawingml/2006/main">
            <a:off x="650688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8" name="atlas-caveat-9">
            <a:extLst xmlns:a="http://schemas.openxmlformats.org/drawingml/2006/main">
              <a:ext uri="{FF2B5EF4-FFF2-40B4-BE49-F238E27FC236}">
                <a16:creationId xmlns:a16="http://schemas.microsoft.com/office/drawing/2014/main" id="{A44D091F-1CC8-4E5B-AD32-01495A63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Morphology label only · use the linked full-resolution vet sheet for detailed review</a:t>
            </a:r>
          </a:p>
        </p:txBody>
      </p:sp>
    </p:spTree>
    <p:extLst>
      <p:ext uri="{BB962C8B-B14F-4D97-AF65-F5344CB8AC3E}">
        <p14:creationId xmlns:p14="http://schemas.microsoft.com/office/powerpoint/2010/main" val="15953545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A131FC7D-A552-49CE-BD9B-C0564EC7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11/14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8B9532-7230-4544-8014-3B6EA9CE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Transit/dip-like morphology atlas · S61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0B030F5-8311-483A-AB6F-FC01485E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4" name="atlas-accent-s0061-signal-final-8c4f3126f3b247a9">
            <a:extLst xmlns:a="http://schemas.openxmlformats.org/drawingml/2006/main">
              <a:ext uri="{FF2B5EF4-FFF2-40B4-BE49-F238E27FC236}">
                <a16:creationId xmlns:a16="http://schemas.microsoft.com/office/drawing/2014/main" id="{6D5BC47E-8612-49A2-BCD2-438854A1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meta-s0061-signal-final-8c4f3126f3b247a9">
            <a:extLst xmlns:a="http://schemas.openxmlformats.org/drawingml/2006/main">
              <a:ext uri="{FF2B5EF4-FFF2-40B4-BE49-F238E27FC236}">
                <a16:creationId xmlns:a16="http://schemas.microsoft.com/office/drawing/2014/main" id="{A26EB32E-D2E2-4B21-AC77-B15EE757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S61 · TIC 452954413 · Planet-like · P 0.158242 d</a:t>
            </a:r>
          </a:p>
        </p:txBody>
      </p:sp>
      <p:sp>
        <p:nvSpPr>
          <p:cNvPr id="6" name="atlas-image-s0061-signal-final-8c4f3126f3b247a9-backing">
            <a:extLst xmlns:a="http://schemas.openxmlformats.org/drawingml/2006/main">
              <a:ext uri="{FF2B5EF4-FFF2-40B4-BE49-F238E27FC236}">
                <a16:creationId xmlns:a16="http://schemas.microsoft.com/office/drawing/2014/main" id="{E3429100-A5CF-473B-9352-D86DCF96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8be2d8bb64a25"/>
          <a:stretch xmlns:a="http://schemas.openxmlformats.org/drawingml/2006/main"/>
        </p:blipFill>
        <p:spPr>
          <a:xfrm xmlns:a="http://schemas.openxmlformats.org/drawingml/2006/main">
            <a:off x="65853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8" name="atlas-accent-s0061-signal-final-489b659113ee2047">
            <a:extLst xmlns:a="http://schemas.openxmlformats.org/drawingml/2006/main">
              <a:ext uri="{FF2B5EF4-FFF2-40B4-BE49-F238E27FC236}">
                <a16:creationId xmlns:a16="http://schemas.microsoft.com/office/drawing/2014/main" id="{958C6126-CD54-4A77-89E3-D94A06F4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las-meta-s0061-signal-final-489b659113ee2047">
            <a:extLst xmlns:a="http://schemas.openxmlformats.org/drawingml/2006/main">
              <a:ext uri="{FF2B5EF4-FFF2-40B4-BE49-F238E27FC236}">
                <a16:creationId xmlns:a16="http://schemas.microsoft.com/office/drawing/2014/main" id="{68C9F3F1-6125-44FE-B924-AB7688C0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S61 · TIC 803489769 · Planet-like · P 0.120974 d</a:t>
            </a:r>
          </a:p>
        </p:txBody>
      </p:sp>
      <p:sp>
        <p:nvSpPr>
          <p:cNvPr id="10" name="atlas-image-s0061-signal-final-489b659113ee2047-backing">
            <a:extLst xmlns:a="http://schemas.openxmlformats.org/drawingml/2006/main">
              <a:ext uri="{FF2B5EF4-FFF2-40B4-BE49-F238E27FC236}">
                <a16:creationId xmlns:a16="http://schemas.microsoft.com/office/drawing/2014/main" id="{848D6B98-605A-49B0-B182-13B34557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691119efc403e"/>
          <a:stretch xmlns:a="http://schemas.openxmlformats.org/drawingml/2006/main"/>
        </p:blipFill>
        <p:spPr>
          <a:xfrm xmlns:a="http://schemas.openxmlformats.org/drawingml/2006/main">
            <a:off x="650688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2" name="atlas-accent-s0061-signal-final-6702bf3cb82f5acc">
            <a:extLst xmlns:a="http://schemas.openxmlformats.org/drawingml/2006/main">
              <a:ext uri="{FF2B5EF4-FFF2-40B4-BE49-F238E27FC236}">
                <a16:creationId xmlns:a16="http://schemas.microsoft.com/office/drawing/2014/main" id="{A6F67760-ADD8-4D66-9DF3-D08BC915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tlas-meta-s0061-signal-final-6702bf3cb82f5acc">
            <a:extLst xmlns:a="http://schemas.openxmlformats.org/drawingml/2006/main">
              <a:ext uri="{FF2B5EF4-FFF2-40B4-BE49-F238E27FC236}">
                <a16:creationId xmlns:a16="http://schemas.microsoft.com/office/drawing/2014/main" id="{5C5BC955-59C0-4A2B-8189-420CB432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S61 · TIC 96852226 · Planet-like · P 0.147185 d</a:t>
            </a:r>
          </a:p>
        </p:txBody>
      </p:sp>
      <p:sp>
        <p:nvSpPr>
          <p:cNvPr id="14" name="atlas-image-s0061-signal-final-6702bf3cb82f5acc-backing">
            <a:extLst xmlns:a="http://schemas.openxmlformats.org/drawingml/2006/main">
              <a:ext uri="{FF2B5EF4-FFF2-40B4-BE49-F238E27FC236}">
                <a16:creationId xmlns:a16="http://schemas.microsoft.com/office/drawing/2014/main" id="{6537ACE6-015C-4011-B2F2-BFDA8758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7064016714b02"/>
          <a:stretch xmlns:a="http://schemas.openxmlformats.org/drawingml/2006/main"/>
        </p:blipFill>
        <p:spPr>
          <a:xfrm xmlns:a="http://schemas.openxmlformats.org/drawingml/2006/main">
            <a:off x="65853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6" name="atlas-accent-s0061-signal-final-6645add727430105">
            <a:extLst xmlns:a="http://schemas.openxmlformats.org/drawingml/2006/main">
              <a:ext uri="{FF2B5EF4-FFF2-40B4-BE49-F238E27FC236}">
                <a16:creationId xmlns:a16="http://schemas.microsoft.com/office/drawing/2014/main" id="{578F8E82-4395-4EEA-A718-9C0F53E5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las-meta-s0061-signal-final-6645add727430105">
            <a:extLst xmlns:a="http://schemas.openxmlformats.org/drawingml/2006/main">
              <a:ext uri="{FF2B5EF4-FFF2-40B4-BE49-F238E27FC236}">
                <a16:creationId xmlns:a16="http://schemas.microsoft.com/office/drawing/2014/main" id="{DA29F98C-4B74-403E-A249-7B708DD9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S61 · TIC 835734923 · Planet-like · P 0.198186 d</a:t>
            </a:r>
          </a:p>
        </p:txBody>
      </p:sp>
      <p:sp>
        <p:nvSpPr>
          <p:cNvPr id="18" name="atlas-image-s0061-signal-final-6645add727430105-backing">
            <a:extLst xmlns:a="http://schemas.openxmlformats.org/drawingml/2006/main">
              <a:ext uri="{FF2B5EF4-FFF2-40B4-BE49-F238E27FC236}">
                <a16:creationId xmlns:a16="http://schemas.microsoft.com/office/drawing/2014/main" id="{82697E71-D2F8-4C72-AFB5-4C4F7CB9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2d26db16b43fa"/>
          <a:stretch xmlns:a="http://schemas.openxmlformats.org/drawingml/2006/main"/>
        </p:blipFill>
        <p:spPr>
          <a:xfrm xmlns:a="http://schemas.openxmlformats.org/drawingml/2006/main">
            <a:off x="650688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0" name="atlas-accent-s0061-signal-final-1f4111dacd5c5a1d">
            <a:extLst xmlns:a="http://schemas.openxmlformats.org/drawingml/2006/main">
              <a:ext uri="{FF2B5EF4-FFF2-40B4-BE49-F238E27FC236}">
                <a16:creationId xmlns:a16="http://schemas.microsoft.com/office/drawing/2014/main" id="{B8FAA8FC-C914-419B-8D5B-F7473962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tlas-meta-s0061-signal-final-1f4111dacd5c5a1d">
            <a:extLst xmlns:a="http://schemas.openxmlformats.org/drawingml/2006/main">
              <a:ext uri="{FF2B5EF4-FFF2-40B4-BE49-F238E27FC236}">
                <a16:creationId xmlns:a16="http://schemas.microsoft.com/office/drawing/2014/main" id="{B5C62CAC-4091-474D-9D2D-F47014D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S61 · TIC 36085812 · Planet-like · P 0.225686 d</a:t>
            </a:r>
          </a:p>
        </p:txBody>
      </p:sp>
      <p:sp>
        <p:nvSpPr>
          <p:cNvPr id="22" name="atlas-image-s0061-signal-final-1f4111dacd5c5a1d-backing">
            <a:extLst xmlns:a="http://schemas.openxmlformats.org/drawingml/2006/main">
              <a:ext uri="{FF2B5EF4-FFF2-40B4-BE49-F238E27FC236}">
                <a16:creationId xmlns:a16="http://schemas.microsoft.com/office/drawing/2014/main" id="{D936572C-6A2A-4961-ACA4-F0BF7F5D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7d5cc43d74968"/>
          <a:stretch xmlns:a="http://schemas.openxmlformats.org/drawingml/2006/main"/>
        </p:blipFill>
        <p:spPr>
          <a:xfrm xmlns:a="http://schemas.openxmlformats.org/drawingml/2006/main">
            <a:off x="65853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4" name="atlas-accent-s0061-signal-final-b03bd3e612aea73a">
            <a:extLst xmlns:a="http://schemas.openxmlformats.org/drawingml/2006/main">
              <a:ext uri="{FF2B5EF4-FFF2-40B4-BE49-F238E27FC236}">
                <a16:creationId xmlns:a16="http://schemas.microsoft.com/office/drawing/2014/main" id="{EBFCA72D-14EE-45E0-936C-C2027F4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tlas-meta-s0061-signal-final-b03bd3e612aea73a">
            <a:extLst xmlns:a="http://schemas.openxmlformats.org/drawingml/2006/main">
              <a:ext uri="{FF2B5EF4-FFF2-40B4-BE49-F238E27FC236}">
                <a16:creationId xmlns:a16="http://schemas.microsoft.com/office/drawing/2014/main" id="{3275C0B6-BCC0-44D1-BB3C-CAE29C82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S61 · TIC 767706310 · Planet-like · P 0.130795 d</a:t>
            </a:r>
          </a:p>
        </p:txBody>
      </p:sp>
      <p:sp>
        <p:nvSpPr>
          <p:cNvPr id="26" name="atlas-image-s0061-signal-final-b03bd3e612aea73a-backing">
            <a:extLst xmlns:a="http://schemas.openxmlformats.org/drawingml/2006/main">
              <a:ext uri="{FF2B5EF4-FFF2-40B4-BE49-F238E27FC236}">
                <a16:creationId xmlns:a16="http://schemas.microsoft.com/office/drawing/2014/main" id="{26677DB5-D519-4A05-8D5B-F4C5875D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e47c9c201450a"/>
          <a:stretch xmlns:a="http://schemas.openxmlformats.org/drawingml/2006/main"/>
        </p:blipFill>
        <p:spPr>
          <a:xfrm xmlns:a="http://schemas.openxmlformats.org/drawingml/2006/main">
            <a:off x="650688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8" name="atlas-caveat-10">
            <a:extLst xmlns:a="http://schemas.openxmlformats.org/drawingml/2006/main">
              <a:ext uri="{FF2B5EF4-FFF2-40B4-BE49-F238E27FC236}">
                <a16:creationId xmlns:a16="http://schemas.microsoft.com/office/drawing/2014/main" id="{561EBA70-B4CA-4C55-AD15-D71DABA3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Morphology label only · use the linked full-resolution vet sheet for detailed review</a:t>
            </a:r>
          </a:p>
        </p:txBody>
      </p:sp>
    </p:spTree>
    <p:extLst>
      <p:ext uri="{BB962C8B-B14F-4D97-AF65-F5344CB8AC3E}">
        <p14:creationId xmlns:p14="http://schemas.microsoft.com/office/powerpoint/2010/main" val="127314901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1630623C-DE4F-42FD-A32D-0FEB75F7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12/14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329A22-B22E-433F-A2F0-C7539157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Transit/dip-like morphology atlas · S61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A40513D-B439-4D58-ACD8-585F673A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4" name="atlas-accent-s0061-signal-final-bd78a5e92aa19d0b">
            <a:extLst xmlns:a="http://schemas.openxmlformats.org/drawingml/2006/main">
              <a:ext uri="{FF2B5EF4-FFF2-40B4-BE49-F238E27FC236}">
                <a16:creationId xmlns:a16="http://schemas.microsoft.com/office/drawing/2014/main" id="{60568EE4-443C-406E-9271-338A8D0A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meta-s0061-signal-final-bd78a5e92aa19d0b">
            <a:extLst xmlns:a="http://schemas.openxmlformats.org/drawingml/2006/main">
              <a:ext uri="{FF2B5EF4-FFF2-40B4-BE49-F238E27FC236}">
                <a16:creationId xmlns:a16="http://schemas.microsoft.com/office/drawing/2014/main" id="{0F30DFE0-B229-4EE8-A7DF-6D3F8353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S61 · TIC 255756592 · Planet-like · P 0.148665 d</a:t>
            </a:r>
          </a:p>
        </p:txBody>
      </p:sp>
      <p:sp>
        <p:nvSpPr>
          <p:cNvPr id="6" name="atlas-image-s0061-signal-final-bd78a5e92aa19d0b-backing">
            <a:extLst xmlns:a="http://schemas.openxmlformats.org/drawingml/2006/main">
              <a:ext uri="{FF2B5EF4-FFF2-40B4-BE49-F238E27FC236}">
                <a16:creationId xmlns:a16="http://schemas.microsoft.com/office/drawing/2014/main" id="{6BD73578-88F5-4C6A-A3F7-103AA66D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be81c127e4b84"/>
          <a:stretch xmlns:a="http://schemas.openxmlformats.org/drawingml/2006/main"/>
        </p:blipFill>
        <p:spPr>
          <a:xfrm xmlns:a="http://schemas.openxmlformats.org/drawingml/2006/main">
            <a:off x="65853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8" name="atlas-accent-s0061-signal-final-d72816d197938fce">
            <a:extLst xmlns:a="http://schemas.openxmlformats.org/drawingml/2006/main">
              <a:ext uri="{FF2B5EF4-FFF2-40B4-BE49-F238E27FC236}">
                <a16:creationId xmlns:a16="http://schemas.microsoft.com/office/drawing/2014/main" id="{95B56FCB-C921-40FA-B002-5D2EDF50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las-meta-s0061-signal-final-d72816d197938fce">
            <a:extLst xmlns:a="http://schemas.openxmlformats.org/drawingml/2006/main">
              <a:ext uri="{FF2B5EF4-FFF2-40B4-BE49-F238E27FC236}">
                <a16:creationId xmlns:a16="http://schemas.microsoft.com/office/drawing/2014/main" id="{7F560C37-BD31-489F-8C01-CCA56801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S61 · TIC 675201170 · Planet-like · P 0.157268 d</a:t>
            </a:r>
          </a:p>
        </p:txBody>
      </p:sp>
      <p:sp>
        <p:nvSpPr>
          <p:cNvPr id="10" name="atlas-image-s0061-signal-final-d72816d197938fce-backing">
            <a:extLst xmlns:a="http://schemas.openxmlformats.org/drawingml/2006/main">
              <a:ext uri="{FF2B5EF4-FFF2-40B4-BE49-F238E27FC236}">
                <a16:creationId xmlns:a16="http://schemas.microsoft.com/office/drawing/2014/main" id="{732BF980-BF29-4ADB-9FE6-CB93D046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8d5e9dd3e4197"/>
          <a:stretch xmlns:a="http://schemas.openxmlformats.org/drawingml/2006/main"/>
        </p:blipFill>
        <p:spPr>
          <a:xfrm xmlns:a="http://schemas.openxmlformats.org/drawingml/2006/main">
            <a:off x="650688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2" name="atlas-accent-s0061-signal-final-966ef3d6859cb9f3">
            <a:extLst xmlns:a="http://schemas.openxmlformats.org/drawingml/2006/main">
              <a:ext uri="{FF2B5EF4-FFF2-40B4-BE49-F238E27FC236}">
                <a16:creationId xmlns:a16="http://schemas.microsoft.com/office/drawing/2014/main" id="{2B0C7C20-2884-4C42-990F-586DCA59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tlas-meta-s0061-signal-final-966ef3d6859cb9f3">
            <a:extLst xmlns:a="http://schemas.openxmlformats.org/drawingml/2006/main">
              <a:ext uri="{FF2B5EF4-FFF2-40B4-BE49-F238E27FC236}">
                <a16:creationId xmlns:a16="http://schemas.microsoft.com/office/drawing/2014/main" id="{32335D2C-8D61-427A-8152-33CECDD8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S61 · TIC 806590905 · Planet-like · P 0.203978 d</a:t>
            </a:r>
          </a:p>
        </p:txBody>
      </p:sp>
      <p:sp>
        <p:nvSpPr>
          <p:cNvPr id="14" name="atlas-image-s0061-signal-final-966ef3d6859cb9f3-backing">
            <a:extLst xmlns:a="http://schemas.openxmlformats.org/drawingml/2006/main">
              <a:ext uri="{FF2B5EF4-FFF2-40B4-BE49-F238E27FC236}">
                <a16:creationId xmlns:a16="http://schemas.microsoft.com/office/drawing/2014/main" id="{89310896-BB25-40C4-AD55-92CC1854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b17333e1a4b2d"/>
          <a:stretch xmlns:a="http://schemas.openxmlformats.org/drawingml/2006/main"/>
        </p:blipFill>
        <p:spPr>
          <a:xfrm xmlns:a="http://schemas.openxmlformats.org/drawingml/2006/main">
            <a:off x="65853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6" name="atlas-accent-s0061-signal-final-b39de7583409c73b">
            <a:extLst xmlns:a="http://schemas.openxmlformats.org/drawingml/2006/main">
              <a:ext uri="{FF2B5EF4-FFF2-40B4-BE49-F238E27FC236}">
                <a16:creationId xmlns:a16="http://schemas.microsoft.com/office/drawing/2014/main" id="{85B99C27-47E7-4058-B676-A09A05B7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las-meta-s0061-signal-final-b39de7583409c73b">
            <a:extLst xmlns:a="http://schemas.openxmlformats.org/drawingml/2006/main">
              <a:ext uri="{FF2B5EF4-FFF2-40B4-BE49-F238E27FC236}">
                <a16:creationId xmlns:a16="http://schemas.microsoft.com/office/drawing/2014/main" id="{EEC8BCCA-4F5B-4D54-953F-FEEC6981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S61 · TIC 771109695 · Planet-like · P 0.150074 d</a:t>
            </a:r>
          </a:p>
        </p:txBody>
      </p:sp>
      <p:sp>
        <p:nvSpPr>
          <p:cNvPr id="18" name="atlas-image-s0061-signal-final-b39de7583409c73b-backing">
            <a:extLst xmlns:a="http://schemas.openxmlformats.org/drawingml/2006/main">
              <a:ext uri="{FF2B5EF4-FFF2-40B4-BE49-F238E27FC236}">
                <a16:creationId xmlns:a16="http://schemas.microsoft.com/office/drawing/2014/main" id="{C53D7410-EBCA-4D0F-9981-504C76AB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67db09a6d455a"/>
          <a:stretch xmlns:a="http://schemas.openxmlformats.org/drawingml/2006/main"/>
        </p:blipFill>
        <p:spPr>
          <a:xfrm xmlns:a="http://schemas.openxmlformats.org/drawingml/2006/main">
            <a:off x="650688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0" name="atlas-accent-s0061-signal-final-fe526bc4cdcd6398">
            <a:extLst xmlns:a="http://schemas.openxmlformats.org/drawingml/2006/main">
              <a:ext uri="{FF2B5EF4-FFF2-40B4-BE49-F238E27FC236}">
                <a16:creationId xmlns:a16="http://schemas.microsoft.com/office/drawing/2014/main" id="{A3D743F9-B983-4D31-B90F-7A923D46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tlas-meta-s0061-signal-final-fe526bc4cdcd6398">
            <a:extLst xmlns:a="http://schemas.openxmlformats.org/drawingml/2006/main">
              <a:ext uri="{FF2B5EF4-FFF2-40B4-BE49-F238E27FC236}">
                <a16:creationId xmlns:a16="http://schemas.microsoft.com/office/drawing/2014/main" id="{06988978-E6C9-468A-88DA-299807A8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S61 · TIC 772365221 · Planet-like · P 0.204052 d</a:t>
            </a:r>
          </a:p>
        </p:txBody>
      </p:sp>
      <p:sp>
        <p:nvSpPr>
          <p:cNvPr id="22" name="atlas-image-s0061-signal-final-fe526bc4cdcd6398-backing">
            <a:extLst xmlns:a="http://schemas.openxmlformats.org/drawingml/2006/main">
              <a:ext uri="{FF2B5EF4-FFF2-40B4-BE49-F238E27FC236}">
                <a16:creationId xmlns:a16="http://schemas.microsoft.com/office/drawing/2014/main" id="{E91EE0B2-585B-4CC4-B5C3-3A94EEEF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cb6ec4abc4b63"/>
          <a:stretch xmlns:a="http://schemas.openxmlformats.org/drawingml/2006/main"/>
        </p:blipFill>
        <p:spPr>
          <a:xfrm xmlns:a="http://schemas.openxmlformats.org/drawingml/2006/main">
            <a:off x="65853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4" name="atlas-accent-s0061-signal-final-6cfa6b58ca3a8ad9">
            <a:extLst xmlns:a="http://schemas.openxmlformats.org/drawingml/2006/main">
              <a:ext uri="{FF2B5EF4-FFF2-40B4-BE49-F238E27FC236}">
                <a16:creationId xmlns:a16="http://schemas.microsoft.com/office/drawing/2014/main" id="{92D4DB60-C857-4112-AC2A-5D848B57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tlas-meta-s0061-signal-final-6cfa6b58ca3a8ad9">
            <a:extLst xmlns:a="http://schemas.openxmlformats.org/drawingml/2006/main">
              <a:ext uri="{FF2B5EF4-FFF2-40B4-BE49-F238E27FC236}">
                <a16:creationId xmlns:a16="http://schemas.microsoft.com/office/drawing/2014/main" id="{E8754F43-688F-4A7D-92C9-3627C97B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S61 · TIC 270555414 · Broad/wide · P 0.153126 d</a:t>
            </a:r>
          </a:p>
        </p:txBody>
      </p:sp>
      <p:sp>
        <p:nvSpPr>
          <p:cNvPr id="26" name="atlas-image-s0061-signal-final-6cfa6b58ca3a8ad9-backing">
            <a:extLst xmlns:a="http://schemas.openxmlformats.org/drawingml/2006/main">
              <a:ext uri="{FF2B5EF4-FFF2-40B4-BE49-F238E27FC236}">
                <a16:creationId xmlns:a16="http://schemas.microsoft.com/office/drawing/2014/main" id="{39B4ABE0-BE18-4C89-9F12-E1AEA975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fb14783d84015"/>
          <a:stretch xmlns:a="http://schemas.openxmlformats.org/drawingml/2006/main"/>
        </p:blipFill>
        <p:spPr>
          <a:xfrm xmlns:a="http://schemas.openxmlformats.org/drawingml/2006/main">
            <a:off x="650688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8" name="atlas-caveat-11">
            <a:extLst xmlns:a="http://schemas.openxmlformats.org/drawingml/2006/main">
              <a:ext uri="{FF2B5EF4-FFF2-40B4-BE49-F238E27FC236}">
                <a16:creationId xmlns:a16="http://schemas.microsoft.com/office/drawing/2014/main" id="{988D30FB-9239-454B-8080-F7F01D0F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Morphology label only · use the linked full-resolution vet sheet for detailed review</a:t>
            </a:r>
          </a:p>
        </p:txBody>
      </p:sp>
    </p:spTree>
    <p:extLst>
      <p:ext uri="{BB962C8B-B14F-4D97-AF65-F5344CB8AC3E}">
        <p14:creationId xmlns:p14="http://schemas.microsoft.com/office/powerpoint/2010/main" val="20357482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C7793A35-E711-4361-B9AB-990D8154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13/14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21AD2E-E60F-4AF2-923D-2C74DD63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Transit/dip-like morphology atlas · S62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57975B7-6819-4962-9466-FD810AFF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4" name="atlas-accent-s0062-signal-final-54778fef7ed7f3f5">
            <a:extLst xmlns:a="http://schemas.openxmlformats.org/drawingml/2006/main">
              <a:ext uri="{FF2B5EF4-FFF2-40B4-BE49-F238E27FC236}">
                <a16:creationId xmlns:a16="http://schemas.microsoft.com/office/drawing/2014/main" id="{E36FEA15-2C1B-4361-ACEA-4A229792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meta-s0062-signal-final-54778fef7ed7f3f5">
            <a:extLst xmlns:a="http://schemas.openxmlformats.org/drawingml/2006/main">
              <a:ext uri="{FF2B5EF4-FFF2-40B4-BE49-F238E27FC236}">
                <a16:creationId xmlns:a16="http://schemas.microsoft.com/office/drawing/2014/main" id="{B2F9C5CD-D8C0-495E-A630-EEBF10FF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S62 · TIC 124573902 · Planet-like · P 0.332852 d</a:t>
            </a:r>
          </a:p>
        </p:txBody>
      </p:sp>
      <p:sp>
        <p:nvSpPr>
          <p:cNvPr id="6" name="atlas-image-s0062-signal-final-54778fef7ed7f3f5-backing">
            <a:extLst xmlns:a="http://schemas.openxmlformats.org/drawingml/2006/main">
              <a:ext uri="{FF2B5EF4-FFF2-40B4-BE49-F238E27FC236}">
                <a16:creationId xmlns:a16="http://schemas.microsoft.com/office/drawing/2014/main" id="{49A4E42F-6A0A-4F06-AEF8-963E4BDA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8bba7a2214053"/>
          <a:stretch xmlns:a="http://schemas.openxmlformats.org/drawingml/2006/main"/>
        </p:blipFill>
        <p:spPr>
          <a:xfrm xmlns:a="http://schemas.openxmlformats.org/drawingml/2006/main">
            <a:off x="65853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8" name="atlas-accent-s0062-signal-final-78c29ad638c1a3d6">
            <a:extLst xmlns:a="http://schemas.openxmlformats.org/drawingml/2006/main">
              <a:ext uri="{FF2B5EF4-FFF2-40B4-BE49-F238E27FC236}">
                <a16:creationId xmlns:a16="http://schemas.microsoft.com/office/drawing/2014/main" id="{672B9375-358F-4BCD-A2E9-1024998A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las-meta-s0062-signal-final-78c29ad638c1a3d6">
            <a:extLst xmlns:a="http://schemas.openxmlformats.org/drawingml/2006/main">
              <a:ext uri="{FF2B5EF4-FFF2-40B4-BE49-F238E27FC236}">
                <a16:creationId xmlns:a16="http://schemas.microsoft.com/office/drawing/2014/main" id="{1273247B-0225-49F3-A440-6EACD057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S62 · TIC 841641318 · Planet-like · P 0.185968 d</a:t>
            </a:r>
          </a:p>
        </p:txBody>
      </p:sp>
      <p:sp>
        <p:nvSpPr>
          <p:cNvPr id="10" name="atlas-image-s0062-signal-final-78c29ad638c1a3d6-backing">
            <a:extLst xmlns:a="http://schemas.openxmlformats.org/drawingml/2006/main">
              <a:ext uri="{FF2B5EF4-FFF2-40B4-BE49-F238E27FC236}">
                <a16:creationId xmlns:a16="http://schemas.microsoft.com/office/drawing/2014/main" id="{749EA409-2BFC-40DA-A74B-93F5E0A2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262d649fb4f7f"/>
          <a:stretch xmlns:a="http://schemas.openxmlformats.org/drawingml/2006/main"/>
        </p:blipFill>
        <p:spPr>
          <a:xfrm xmlns:a="http://schemas.openxmlformats.org/drawingml/2006/main">
            <a:off x="650688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2" name="atlas-accent-s0062-signal-final-0d68a2cc0ca40d20">
            <a:extLst xmlns:a="http://schemas.openxmlformats.org/drawingml/2006/main">
              <a:ext uri="{FF2B5EF4-FFF2-40B4-BE49-F238E27FC236}">
                <a16:creationId xmlns:a16="http://schemas.microsoft.com/office/drawing/2014/main" id="{0D2651BC-354A-4843-BC82-ADEA5A53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tlas-meta-s0062-signal-final-0d68a2cc0ca40d20">
            <a:extLst xmlns:a="http://schemas.openxmlformats.org/drawingml/2006/main">
              <a:ext uri="{FF2B5EF4-FFF2-40B4-BE49-F238E27FC236}">
                <a16:creationId xmlns:a16="http://schemas.microsoft.com/office/drawing/2014/main" id="{777F00FD-CBCC-4079-9FD9-2024B341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S62 · TIC 192991819 · Planet-like · P 0.150850 d</a:t>
            </a:r>
          </a:p>
        </p:txBody>
      </p:sp>
      <p:sp>
        <p:nvSpPr>
          <p:cNvPr id="14" name="atlas-image-s0062-signal-final-0d68a2cc0ca40d20-backing">
            <a:extLst xmlns:a="http://schemas.openxmlformats.org/drawingml/2006/main">
              <a:ext uri="{FF2B5EF4-FFF2-40B4-BE49-F238E27FC236}">
                <a16:creationId xmlns:a16="http://schemas.microsoft.com/office/drawing/2014/main" id="{A2121F75-D9E8-4223-A23B-EEC76243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6e7d0fb154deb"/>
          <a:stretch xmlns:a="http://schemas.openxmlformats.org/drawingml/2006/main"/>
        </p:blipFill>
        <p:spPr>
          <a:xfrm xmlns:a="http://schemas.openxmlformats.org/drawingml/2006/main">
            <a:off x="65853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6" name="atlas-accent-s0062-signal-final-feba5ba5cfe17583">
            <a:extLst xmlns:a="http://schemas.openxmlformats.org/drawingml/2006/main">
              <a:ext uri="{FF2B5EF4-FFF2-40B4-BE49-F238E27FC236}">
                <a16:creationId xmlns:a16="http://schemas.microsoft.com/office/drawing/2014/main" id="{519066D5-5085-4F1A-A6C6-1154A2EE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las-meta-s0062-signal-final-feba5ba5cfe17583">
            <a:extLst xmlns:a="http://schemas.openxmlformats.org/drawingml/2006/main">
              <a:ext uri="{FF2B5EF4-FFF2-40B4-BE49-F238E27FC236}">
                <a16:creationId xmlns:a16="http://schemas.microsoft.com/office/drawing/2014/main" id="{CC166392-BB14-402A-ACFE-11250DD0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S62 · TIC 101433897 · Planet-like · P 0.206697 d</a:t>
            </a:r>
          </a:p>
        </p:txBody>
      </p:sp>
      <p:sp>
        <p:nvSpPr>
          <p:cNvPr id="18" name="atlas-image-s0062-signal-final-feba5ba5cfe17583-backing">
            <a:extLst xmlns:a="http://schemas.openxmlformats.org/drawingml/2006/main">
              <a:ext uri="{FF2B5EF4-FFF2-40B4-BE49-F238E27FC236}">
                <a16:creationId xmlns:a16="http://schemas.microsoft.com/office/drawing/2014/main" id="{B2D721E9-02FD-4AA1-8644-C736C002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181e485fd4d27"/>
          <a:stretch xmlns:a="http://schemas.openxmlformats.org/drawingml/2006/main"/>
        </p:blipFill>
        <p:spPr>
          <a:xfrm xmlns:a="http://schemas.openxmlformats.org/drawingml/2006/main">
            <a:off x="6506881" y="33813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0" name="atlas-accent-s0062-signal-final-39fb8deeea5ae6c1">
            <a:extLst xmlns:a="http://schemas.openxmlformats.org/drawingml/2006/main">
              <a:ext uri="{FF2B5EF4-FFF2-40B4-BE49-F238E27FC236}">
                <a16:creationId xmlns:a16="http://schemas.microsoft.com/office/drawing/2014/main" id="{20F2CF58-D529-4D7B-890A-E59250FF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tlas-meta-s0062-signal-final-39fb8deeea5ae6c1">
            <a:extLst xmlns:a="http://schemas.openxmlformats.org/drawingml/2006/main">
              <a:ext uri="{FF2B5EF4-FFF2-40B4-BE49-F238E27FC236}">
                <a16:creationId xmlns:a16="http://schemas.microsoft.com/office/drawing/2014/main" id="{AECA6E8C-F1C3-4B86-9429-22905046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S62 · TIC 826164830 · Planet-like · P 0.150910 d</a:t>
            </a:r>
          </a:p>
        </p:txBody>
      </p:sp>
      <p:sp>
        <p:nvSpPr>
          <p:cNvPr id="22" name="atlas-image-s0062-signal-final-39fb8deeea5ae6c1-backing">
            <a:extLst xmlns:a="http://schemas.openxmlformats.org/drawingml/2006/main">
              <a:ext uri="{FF2B5EF4-FFF2-40B4-BE49-F238E27FC236}">
                <a16:creationId xmlns:a16="http://schemas.microsoft.com/office/drawing/2014/main" id="{4195731E-C280-45A3-9156-621E93BE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efe87e1d649ce"/>
          <a:stretch xmlns:a="http://schemas.openxmlformats.org/drawingml/2006/main"/>
        </p:blipFill>
        <p:spPr>
          <a:xfrm xmlns:a="http://schemas.openxmlformats.org/drawingml/2006/main">
            <a:off x="65853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4" name="atlas-accent-s0062-signal-final-a7f6c4a025af3a55">
            <a:extLst xmlns:a="http://schemas.openxmlformats.org/drawingml/2006/main">
              <a:ext uri="{FF2B5EF4-FFF2-40B4-BE49-F238E27FC236}">
                <a16:creationId xmlns:a16="http://schemas.microsoft.com/office/drawing/2014/main" id="{D544C06B-6B0D-4D11-B94F-05D0AD71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815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tlas-meta-s0062-signal-final-a7f6c4a025af3a55">
            <a:extLst xmlns:a="http://schemas.openxmlformats.org/drawingml/2006/main">
              <a:ext uri="{FF2B5EF4-FFF2-40B4-BE49-F238E27FC236}">
                <a16:creationId xmlns:a16="http://schemas.microsoft.com/office/drawing/2014/main" id="{AC1EAD26-E0BA-4EEA-8D84-766039F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S62 · TIC 808364853 · Planet-like · P 0.175903 d</a:t>
            </a:r>
          </a:p>
        </p:txBody>
      </p:sp>
      <p:sp>
        <p:nvSpPr>
          <p:cNvPr id="26" name="atlas-image-s0062-signal-final-a7f6c4a025af3a55-backing">
            <a:extLst xmlns:a="http://schemas.openxmlformats.org/drawingml/2006/main">
              <a:ext uri="{FF2B5EF4-FFF2-40B4-BE49-F238E27FC236}">
                <a16:creationId xmlns:a16="http://schemas.microsoft.com/office/drawing/2014/main" id="{FD5E642F-843A-49EF-81D9-FADFA31C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577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dee6caf484b21"/>
          <a:stretch xmlns:a="http://schemas.openxmlformats.org/drawingml/2006/main"/>
        </p:blipFill>
        <p:spPr>
          <a:xfrm xmlns:a="http://schemas.openxmlformats.org/drawingml/2006/main">
            <a:off x="6506881" y="50577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28" name="atlas-caveat-12">
            <a:extLst xmlns:a="http://schemas.openxmlformats.org/drawingml/2006/main">
              <a:ext uri="{FF2B5EF4-FFF2-40B4-BE49-F238E27FC236}">
                <a16:creationId xmlns:a16="http://schemas.microsoft.com/office/drawing/2014/main" id="{CB6343A7-F5C4-4B58-AC2D-719C01E0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Morphology label only · use the linked full-resolution vet sheet for detailed review</a:t>
            </a:r>
          </a:p>
        </p:txBody>
      </p:sp>
    </p:spTree>
    <p:extLst>
      <p:ext uri="{BB962C8B-B14F-4D97-AF65-F5344CB8AC3E}">
        <p14:creationId xmlns:p14="http://schemas.microsoft.com/office/powerpoint/2010/main" val="3760361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D5523F28-052E-4383-8C65-017D94FF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APPENDIX · 14/14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ACDEFF-4147-4990-A0F6-1C3C1196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Transit/dip-like morphology atlas · S62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D91DE7-F528-4B93-A3E2-809CC8E9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4" name="atlas-accent-s0062-signal-final-fc0d4e8de5089c70">
            <a:extLst xmlns:a="http://schemas.openxmlformats.org/drawingml/2006/main">
              <a:ext uri="{FF2B5EF4-FFF2-40B4-BE49-F238E27FC236}">
                <a16:creationId xmlns:a16="http://schemas.microsoft.com/office/drawing/2014/main" id="{75D0492C-68DC-4C55-88F1-BE982F3F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tlas-meta-s0062-signal-final-fc0d4e8de5089c70">
            <a:extLst xmlns:a="http://schemas.openxmlformats.org/drawingml/2006/main">
              <a:ext uri="{FF2B5EF4-FFF2-40B4-BE49-F238E27FC236}">
                <a16:creationId xmlns:a16="http://schemas.microsoft.com/office/drawing/2014/main" id="{44171619-83B6-4944-BD7A-CFD4A6F8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S62 · TIC 874726613 · Planet-like · P 0.154176 d</a:t>
            </a:r>
          </a:p>
        </p:txBody>
      </p:sp>
      <p:sp>
        <p:nvSpPr>
          <p:cNvPr id="6" name="atlas-image-s0062-signal-final-fc0d4e8de5089c70-backing">
            <a:extLst xmlns:a="http://schemas.openxmlformats.org/drawingml/2006/main">
              <a:ext uri="{FF2B5EF4-FFF2-40B4-BE49-F238E27FC236}">
                <a16:creationId xmlns:a16="http://schemas.microsoft.com/office/drawing/2014/main" id="{450665C4-A164-42DA-8CDF-A32D9027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066078c594663"/>
          <a:stretch xmlns:a="http://schemas.openxmlformats.org/drawingml/2006/main"/>
        </p:blipFill>
        <p:spPr>
          <a:xfrm xmlns:a="http://schemas.openxmlformats.org/drawingml/2006/main">
            <a:off x="65853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8" name="atlas-accent-s0062-signal-final-16da6841c945070f">
            <a:extLst xmlns:a="http://schemas.openxmlformats.org/drawingml/2006/main">
              <a:ext uri="{FF2B5EF4-FFF2-40B4-BE49-F238E27FC236}">
                <a16:creationId xmlns:a16="http://schemas.microsoft.com/office/drawing/2014/main" id="{CCACB433-EDE2-41C4-BA3C-8DCB78B6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las-meta-s0062-signal-final-16da6841c945070f">
            <a:extLst xmlns:a="http://schemas.openxmlformats.org/drawingml/2006/main">
              <a:ext uri="{FF2B5EF4-FFF2-40B4-BE49-F238E27FC236}">
                <a16:creationId xmlns:a16="http://schemas.microsoft.com/office/drawing/2014/main" id="{8ECE6F32-247A-4F38-AFEB-376C7DE6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S62 · TIC 874383420 · Broad/wide · P 0.179632 d</a:t>
            </a:r>
          </a:p>
        </p:txBody>
      </p:sp>
      <p:sp>
        <p:nvSpPr>
          <p:cNvPr id="10" name="atlas-image-s0062-signal-final-16da6841c945070f-backing">
            <a:extLst xmlns:a="http://schemas.openxmlformats.org/drawingml/2006/main">
              <a:ext uri="{FF2B5EF4-FFF2-40B4-BE49-F238E27FC236}">
                <a16:creationId xmlns:a16="http://schemas.microsoft.com/office/drawing/2014/main" id="{15919A67-8187-4E4E-8F14-A8218A0C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2768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d515cf7034717"/>
          <a:stretch xmlns:a="http://schemas.openxmlformats.org/drawingml/2006/main"/>
        </p:blipFill>
        <p:spPr>
          <a:xfrm xmlns:a="http://schemas.openxmlformats.org/drawingml/2006/main">
            <a:off x="6506881" y="1704975"/>
            <a:ext cx="5026589" cy="1152525"/>
          </a:xfrm>
          <a:prstGeom xmlns:a="http://schemas.openxmlformats.org/drawingml/2006/main" prst="rect">
            <a:avLst/>
          </a:prstGeom>
        </p:spPr>
      </p:pic>
      <p:sp>
        <p:nvSpPr>
          <p:cNvPr id="12" name="atlas-caveat-13">
            <a:extLst xmlns:a="http://schemas.openxmlformats.org/drawingml/2006/main">
              <a:ext uri="{FF2B5EF4-FFF2-40B4-BE49-F238E27FC236}">
                <a16:creationId xmlns:a16="http://schemas.microsoft.com/office/drawing/2014/main" id="{FECF31FB-C7FB-4FFF-82A2-5A6BE051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Morphology label only · use the linked full-resolution vet sheet for detailed review</a:t>
            </a:r>
          </a:p>
        </p:txBody>
      </p:sp>
    </p:spTree>
    <p:extLst>
      <p:ext uri="{BB962C8B-B14F-4D97-AF65-F5344CB8AC3E}">
        <p14:creationId xmlns:p14="http://schemas.microsoft.com/office/powerpoint/2010/main" val="375349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2026-08-06T15:11:56.3870000Z</dcterms:created>
  <dcterms:modified xsi:type="dcterms:W3CDTF">2026-08-06T15:11:56.3870000Z</dcterms:modified>
</coreProperties>
</file>