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7af1e657c48ee" /><Relationship Type="http://schemas.openxmlformats.org/officeDocument/2006/relationships/extended-properties" Target="/docProps/app.xml" Id="R2f4c74fc66264bc9" /><Relationship Type="http://schemas.openxmlformats.org/officeDocument/2006/relationships/officeDocument" Target="/ppt/presentation.xml" Id="R0b036ef89e8c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6c77463ed4abe"/>
  </p:sldMasterIdLst>
  <p:notesMasterIdLst>
    <p:notesMasterId xmlns:r="http://schemas.openxmlformats.org/officeDocument/2006/relationships" r:id="R4578be7367c148a8"/>
  </p:notesMasterIdLst>
  <p:sldIdLst>
    <p:sldId xmlns:r="http://schemas.openxmlformats.org/officeDocument/2006/relationships" id="256" r:id="R60e3d3bb34c44764"/>
    <p:sldId xmlns:r="http://schemas.openxmlformats.org/officeDocument/2006/relationships" id="257" r:id="R772f2665a4434c67"/>
    <p:sldId xmlns:r="http://schemas.openxmlformats.org/officeDocument/2006/relationships" id="258" r:id="Rab038a127c0b4282"/>
    <p:sldId xmlns:r="http://schemas.openxmlformats.org/officeDocument/2006/relationships" id="259" r:id="R0adbd72ea594474a"/>
    <p:sldId xmlns:r="http://schemas.openxmlformats.org/officeDocument/2006/relationships" id="260" r:id="Rfd096316ae1b4b0e"/>
    <p:sldId xmlns:r="http://schemas.openxmlformats.org/officeDocument/2006/relationships" id="261" r:id="Re518b0605e224b26"/>
    <p:sldId xmlns:r="http://schemas.openxmlformats.org/officeDocument/2006/relationships" id="262" r:id="Re08504ea28f944ef"/>
    <p:sldId xmlns:r="http://schemas.openxmlformats.org/officeDocument/2006/relationships" id="263" r:id="Rfcb7361e49e04857"/>
    <p:sldId xmlns:r="http://schemas.openxmlformats.org/officeDocument/2006/relationships" id="264" r:id="R264856a9f2fa4571"/>
    <p:sldId xmlns:r="http://schemas.openxmlformats.org/officeDocument/2006/relationships" id="265" r:id="R9b0cc1b185264512"/>
    <p:sldId xmlns:r="http://schemas.openxmlformats.org/officeDocument/2006/relationships" id="266" r:id="Rd0f08d6fda024410"/>
    <p:sldId xmlns:r="http://schemas.openxmlformats.org/officeDocument/2006/relationships" id="267" r:id="R5c18c1ec074f4d92"/>
    <p:sldId xmlns:r="http://schemas.openxmlformats.org/officeDocument/2006/relationships" id="268" r:id="Rd234005b5a4948ad"/>
    <p:sldId xmlns:r="http://schemas.openxmlformats.org/officeDocument/2006/relationships" id="269" r:id="R081a220f969c4359"/>
    <p:sldId xmlns:r="http://schemas.openxmlformats.org/officeDocument/2006/relationships" id="270" r:id="R816e4520580b4cbb"/>
    <p:sldId xmlns:r="http://schemas.openxmlformats.org/officeDocument/2006/relationships" id="271" r:id="R69f26a83f23344a0"/>
    <p:sldId xmlns:r="http://schemas.openxmlformats.org/officeDocument/2006/relationships" id="272" r:id="R8532fa8bb22f4c6b"/>
    <p:sldId xmlns:r="http://schemas.openxmlformats.org/officeDocument/2006/relationships" id="273" r:id="R344b5ca2f4a647f3"/>
    <p:sldId xmlns:r="http://schemas.openxmlformats.org/officeDocument/2006/relationships" id="274" r:id="Ra1d91ff278fb4b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6c77463ed4abe" /><Relationship Type="http://schemas.openxmlformats.org/officeDocument/2006/relationships/theme" Target="/ppt/theme/theme1.xml" Id="Rafc2e9b9c5f24b08" /><Relationship Type="http://schemas.openxmlformats.org/officeDocument/2006/relationships/notesMaster" Target="/ppt/notesMasters/notesMaster1.xml" Id="R4578be7367c148a8" /><Relationship Type="http://schemas.openxmlformats.org/officeDocument/2006/relationships/presProps" Target="/ppt/presProps.xml" Id="R86ee62f5bac24ef4" /><Relationship Type="http://schemas.openxmlformats.org/officeDocument/2006/relationships/viewProps" Target="/ppt/viewProps.xml" Id="R11591d7c8fe74b98" /><Relationship Type="http://schemas.openxmlformats.org/officeDocument/2006/relationships/tableStyles" Target="/ppt/tableStyles.xml" Id="Rcecd0aeabead455c" /><Relationship Type="http://schemas.openxmlformats.org/officeDocument/2006/relationships/slide" Target="/ppt/slides/slide1.xml" Id="R60e3d3bb34c44764" /><Relationship Type="http://schemas.openxmlformats.org/officeDocument/2006/relationships/slide" Target="/ppt/slides/slide2.xml" Id="R772f2665a4434c67" /><Relationship Type="http://schemas.openxmlformats.org/officeDocument/2006/relationships/slide" Target="/ppt/slides/slide3.xml" Id="Rab038a127c0b4282" /><Relationship Type="http://schemas.openxmlformats.org/officeDocument/2006/relationships/slide" Target="/ppt/slides/slide4.xml" Id="R0adbd72ea594474a" /><Relationship Type="http://schemas.openxmlformats.org/officeDocument/2006/relationships/slide" Target="/ppt/slides/slide5.xml" Id="Rfd096316ae1b4b0e" /><Relationship Type="http://schemas.openxmlformats.org/officeDocument/2006/relationships/slide" Target="/ppt/slides/slide6.xml" Id="Re518b0605e224b26" /><Relationship Type="http://schemas.openxmlformats.org/officeDocument/2006/relationships/slide" Target="/ppt/slides/slide7.xml" Id="Re08504ea28f944ef" /><Relationship Type="http://schemas.openxmlformats.org/officeDocument/2006/relationships/slide" Target="/ppt/slides/slide8.xml" Id="Rfcb7361e49e04857" /><Relationship Type="http://schemas.openxmlformats.org/officeDocument/2006/relationships/slide" Target="/ppt/slides/slide9.xml" Id="R264856a9f2fa4571" /><Relationship Type="http://schemas.openxmlformats.org/officeDocument/2006/relationships/slide" Target="/ppt/slides/slide10.xml" Id="R9b0cc1b185264512" /><Relationship Type="http://schemas.openxmlformats.org/officeDocument/2006/relationships/slide" Target="/ppt/slides/slide11.xml" Id="Rd0f08d6fda024410" /><Relationship Type="http://schemas.openxmlformats.org/officeDocument/2006/relationships/slide" Target="/ppt/slides/slide12.xml" Id="R5c18c1ec074f4d92" /><Relationship Type="http://schemas.openxmlformats.org/officeDocument/2006/relationships/slide" Target="/ppt/slides/slide13.xml" Id="Rd234005b5a4948ad" /><Relationship Type="http://schemas.openxmlformats.org/officeDocument/2006/relationships/slide" Target="/ppt/slides/slide14.xml" Id="R081a220f969c4359" /><Relationship Type="http://schemas.openxmlformats.org/officeDocument/2006/relationships/slide" Target="/ppt/slides/slide15.xml" Id="R816e4520580b4cbb" /><Relationship Type="http://schemas.openxmlformats.org/officeDocument/2006/relationships/slide" Target="/ppt/slides/slide16.xml" Id="R69f26a83f23344a0" /><Relationship Type="http://schemas.openxmlformats.org/officeDocument/2006/relationships/slide" Target="/ppt/slides/slide17.xml" Id="R8532fa8bb22f4c6b" /><Relationship Type="http://schemas.openxmlformats.org/officeDocument/2006/relationships/slide" Target="/ppt/slides/slide18.xml" Id="R344b5ca2f4a647f3" /><Relationship Type="http://schemas.openxmlformats.org/officeDocument/2006/relationships/slide" Target="/ppt/slides/slide19.xml" Id="Ra1d91ff278fb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15943bf455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6059029e1849c7" /><Relationship Type="http://schemas.openxmlformats.org/officeDocument/2006/relationships/notesMaster" Target="/ppt/notesMasters/notesMaster1.xml" Id="R11650c4afd09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58f1fb07847f7" /><Relationship Type="http://schemas.openxmlformats.org/officeDocument/2006/relationships/notesMaster" Target="/ppt/notesMasters/notesMaster1.xml" Id="R29369b84e51649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3ddcb621e4597" /><Relationship Type="http://schemas.openxmlformats.org/officeDocument/2006/relationships/notesMaster" Target="/ppt/notesMasters/notesMaster1.xml" Id="R3a5bb58385ef47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da75427194b9e" /><Relationship Type="http://schemas.openxmlformats.org/officeDocument/2006/relationships/notesMaster" Target="/ppt/notesMasters/notesMaster1.xml" Id="Rfff35eaaa8ed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fc591ce094b1f" /><Relationship Type="http://schemas.openxmlformats.org/officeDocument/2006/relationships/notesMaster" Target="/ppt/notesMasters/notesMaster1.xml" Id="Rb8f6362d429e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573a1d2794270" /><Relationship Type="http://schemas.openxmlformats.org/officeDocument/2006/relationships/notesMaster" Target="/ppt/notesMasters/notesMaster1.xml" Id="Rd9bad6db373944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0c16c93aa945f6" /><Relationship Type="http://schemas.openxmlformats.org/officeDocument/2006/relationships/notesMaster" Target="/ppt/notesMasters/notesMaster1.xml" Id="R1658dc681ad24a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a32e19db384166" /><Relationship Type="http://schemas.openxmlformats.org/officeDocument/2006/relationships/notesMaster" Target="/ppt/notesMasters/notesMaster1.xml" Id="R81fa30f31d144b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bd32a9a574213" /><Relationship Type="http://schemas.openxmlformats.org/officeDocument/2006/relationships/notesMaster" Target="/ppt/notesMasters/notesMaster1.xml" Id="R13d28682e3384a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935d94910b408d" /><Relationship Type="http://schemas.openxmlformats.org/officeDocument/2006/relationships/notesMaster" Target="/ppt/notesMasters/notesMaster1.xml" Id="Rc9315d35cb16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abc33bceee4606" /><Relationship Type="http://schemas.openxmlformats.org/officeDocument/2006/relationships/notesMaster" Target="/ppt/notesMasters/notesMaster1.xml" Id="R3f67ddea63b649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1c7f98db17468e" /><Relationship Type="http://schemas.openxmlformats.org/officeDocument/2006/relationships/notesMaster" Target="/ppt/notesMasters/notesMaster1.xml" Id="R407135af0ca04d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28486769a244d0" /><Relationship Type="http://schemas.openxmlformats.org/officeDocument/2006/relationships/notesMaster" Target="/ppt/notesMasters/notesMaster1.xml" Id="R0519bed46e8f48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594146e3914829" /><Relationship Type="http://schemas.openxmlformats.org/officeDocument/2006/relationships/notesMaster" Target="/ppt/notesMasters/notesMaster1.xml" Id="Rfb1efd0c939c45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3d08d7941d43a0" /><Relationship Type="http://schemas.openxmlformats.org/officeDocument/2006/relationships/notesMaster" Target="/ppt/notesMasters/notesMaster1.xml" Id="R55fc2dcc252d47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0cf0c02b3f437d" /><Relationship Type="http://schemas.openxmlformats.org/officeDocument/2006/relationships/notesMaster" Target="/ppt/notesMasters/notesMaster1.xml" Id="Re0ada905464643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85fbc799704306" /><Relationship Type="http://schemas.openxmlformats.org/officeDocument/2006/relationships/notesMaster" Target="/ppt/notesMasters/notesMaster1.xml" Id="R94f57152343c45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b7da54370f4324" /><Relationship Type="http://schemas.openxmlformats.org/officeDocument/2006/relationships/notesMaster" Target="/ppt/notesMasters/notesMaster1.xml" Id="Rc6f6b1b42f114a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914e11d0a6448b" /><Relationship Type="http://schemas.openxmlformats.org/officeDocument/2006/relationships/notesMaster" Target="/ppt/notesMasters/notesMaster1.xml" Id="R72a369dc078e4d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a130d784c4b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cd1b80d2f7745e5" /><Relationship Type="http://schemas.openxmlformats.org/officeDocument/2006/relationships/slideLayout" Target="/ppt/slideLayouts/slideLayout2.xml" Id="R235cb067e6774a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cb067e6774a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afe72f1c64009" /><Relationship Type="http://schemas.openxmlformats.org/officeDocument/2006/relationships/image" Target="/ppt/media/image.png" Id="R1b55e3c990174108" /><Relationship Type="http://schemas.openxmlformats.org/officeDocument/2006/relationships/notesSlide" Target="/ppt/notesSlides/notesSlide1.xml" Id="Ra6140d798678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aa2003a6d402a" /><Relationship Type="http://schemas.openxmlformats.org/officeDocument/2006/relationships/image" Target="/ppt/media/image2.png" Id="Rc658e35f956540c9" /><Relationship Type="http://schemas.openxmlformats.org/officeDocument/2006/relationships/notesSlide" Target="/ppt/notesSlides/notesSlide2.xml" Id="R307652f57ff1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23dfe1c66746e9" /><Relationship Type="http://schemas.openxmlformats.org/officeDocument/2006/relationships/image" Target="/ppt/media/image3.png" Id="Rf6c808504f1f4211" /><Relationship Type="http://schemas.openxmlformats.org/officeDocument/2006/relationships/notesSlide" Target="/ppt/notesSlides/notesSlide3.xml" Id="R3de2654e884a43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c94696fd7a4c15" /><Relationship Type="http://schemas.openxmlformats.org/officeDocument/2006/relationships/image" Target="/ppt/media/image4.png" Id="Re63bfcc16aac4b1c" /><Relationship Type="http://schemas.openxmlformats.org/officeDocument/2006/relationships/notesSlide" Target="/ppt/notesSlides/notesSlide4.xml" Id="R02b3972b7a28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7ab4ddf54459b" /><Relationship Type="http://schemas.openxmlformats.org/officeDocument/2006/relationships/image" Target="/ppt/media/image5.png" Id="Rb8c053b56ccb420e" /><Relationship Type="http://schemas.openxmlformats.org/officeDocument/2006/relationships/notesSlide" Target="/ppt/notesSlides/notesSlide5.xml" Id="R01541e64aca4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7933d38a0409a" /><Relationship Type="http://schemas.openxmlformats.org/officeDocument/2006/relationships/image" Target="/ppt/media/image6.png" Id="Re71c6919e98f40ac" /><Relationship Type="http://schemas.openxmlformats.org/officeDocument/2006/relationships/notesSlide" Target="/ppt/notesSlides/notesSlide6.xml" Id="R09d64a51b92f4c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cb8fbc699245fb" /><Relationship Type="http://schemas.openxmlformats.org/officeDocument/2006/relationships/image" Target="/ppt/media/image7.png" Id="Rf5989280a3bb4fe3" /><Relationship Type="http://schemas.openxmlformats.org/officeDocument/2006/relationships/notesSlide" Target="/ppt/notesSlides/notesSlide7.xml" Id="R12395f5c9c1547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423b47ed4b4ef4" /><Relationship Type="http://schemas.openxmlformats.org/officeDocument/2006/relationships/image" Target="/ppt/media/image8.png" Id="R0c67e1291a9b4948" /><Relationship Type="http://schemas.openxmlformats.org/officeDocument/2006/relationships/notesSlide" Target="/ppt/notesSlides/notesSlide8.xml" Id="R7c69cb221c57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39ab643534434" /><Relationship Type="http://schemas.openxmlformats.org/officeDocument/2006/relationships/image" Target="/ppt/media/image9.png" Id="Rf2e8edf02562448e" /><Relationship Type="http://schemas.openxmlformats.org/officeDocument/2006/relationships/notesSlide" Target="/ppt/notesSlides/notesSlide9.xml" Id="Rf0cf6badf0454b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b5555908a4675" /><Relationship Type="http://schemas.openxmlformats.org/officeDocument/2006/relationships/image" Target="/ppt/media/image10.png" Id="R5583ddbc137742cd" /><Relationship Type="http://schemas.openxmlformats.org/officeDocument/2006/relationships/notesSlide" Target="/ppt/notesSlides/notesSlide10.xml" Id="Raa1e7ee173c3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3b4bb3f254e7a" /><Relationship Type="http://schemas.openxmlformats.org/officeDocument/2006/relationships/image" Target="/ppt/media/image11.png" Id="R5dfcca966f95415d" /><Relationship Type="http://schemas.openxmlformats.org/officeDocument/2006/relationships/notesSlide" Target="/ppt/notesSlides/notesSlide11.xml" Id="R5e28549cc99c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d7668e6084c20" /><Relationship Type="http://schemas.openxmlformats.org/officeDocument/2006/relationships/image" Target="/ppt/media/image12.png" Id="R3a1a5ac452e9476a" /><Relationship Type="http://schemas.openxmlformats.org/officeDocument/2006/relationships/notesSlide" Target="/ppt/notesSlides/notesSlide12.xml" Id="R34d913b00a7148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cbc6604ad4ac3" /><Relationship Type="http://schemas.openxmlformats.org/officeDocument/2006/relationships/image" Target="/ppt/media/image13.png" Id="Rab92eee955174a2d" /><Relationship Type="http://schemas.openxmlformats.org/officeDocument/2006/relationships/notesSlide" Target="/ppt/notesSlides/notesSlide13.xml" Id="R42691b05564547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bb8d214cbb44c5" /><Relationship Type="http://schemas.openxmlformats.org/officeDocument/2006/relationships/image" Target="/ppt/media/image14.png" Id="Rb94cfd29a6ee4c37" /><Relationship Type="http://schemas.openxmlformats.org/officeDocument/2006/relationships/notesSlide" Target="/ppt/notesSlides/notesSlide14.xml" Id="R101e304d0e6643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d5c756bbe4f25" /><Relationship Type="http://schemas.openxmlformats.org/officeDocument/2006/relationships/image" Target="/ppt/media/image15.png" Id="Rcf9c8a63709a4a82" /><Relationship Type="http://schemas.openxmlformats.org/officeDocument/2006/relationships/image" Target="/ppt/media/image16.png" Id="Rd0ea1c8bc57a49ca" /><Relationship Type="http://schemas.openxmlformats.org/officeDocument/2006/relationships/image" Target="/ppt/media/image17.png" Id="R73bca4bf91fa404a" /><Relationship Type="http://schemas.openxmlformats.org/officeDocument/2006/relationships/notesSlide" Target="/ppt/notesSlides/notesSlide15.xml" Id="Reaa495759a384c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a0e6f4f55428d" /><Relationship Type="http://schemas.openxmlformats.org/officeDocument/2006/relationships/notesSlide" Target="/ppt/notesSlides/notesSlide16.xml" Id="R82cdaba8ff1046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edcde5ce9f442f" /><Relationship Type="http://schemas.openxmlformats.org/officeDocument/2006/relationships/notesSlide" Target="/ppt/notesSlides/notesSlide17.xml" Id="R290bd498a03340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fb015305f9471a" /><Relationship Type="http://schemas.openxmlformats.org/officeDocument/2006/relationships/notesSlide" Target="/ppt/notesSlides/notesSlide18.xml" Id="R36c306d3b76147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969cf8a8574ce2" /><Relationship Type="http://schemas.openxmlformats.org/officeDocument/2006/relationships/notesSlide" Target="/ppt/notesSlides/notesSlide19.xml" Id="Ra8868d09c9bc4c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4486B-21BE-4621-951E-26122030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BAED47E-8A5F-45EC-994C-C508D5B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A7A58F6-2651-444A-A18B-420CF4F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4D094-EB36-4ED7-812F-EB07C836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Most unexplored white dwarfs are a 200 s FFI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3654F-96D9-488E-B87B-3529EAF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742AA-F60D-43D0-80A7-72D2AECD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plots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e3c990174108"/>
          <a:stretch xmlns:a="http://schemas.openxmlformats.org/drawingml/2006/main"/>
        </p:blipFill>
        <p:spPr>
          <a:xfrm xmlns:a="http://schemas.openxmlformats.org/drawingml/2006/main">
            <a:off x="1723044" y="1238250"/>
            <a:ext cx="8745913" cy="4667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1E94-4CA9-47D6-AB7A-4E3E3DAE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plot: WD sample by declination and TESS magnitude</a:t>
            </a:r>
          </a:p>
        </p:txBody>
      </p:sp>
    </p:spTree>
    <p:extLst>
      <p:ext uri="{BB962C8B-B14F-4D97-AF65-F5344CB8AC3E}">
        <p14:creationId xmlns:p14="http://schemas.microsoft.com/office/powerpoint/2010/main" val="1921834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9B648-546C-4781-91D9-8CCBA7A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24E4307D-BEE2-4998-ADD3-1D1A6D0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2735CE26-0653-42C1-8EB3-F0A27E5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828EA-A71A-4984-9C4C-A493C78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first pass is tuned to deep, short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F1A7-06E3-41D6-9261-8AF18252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F967F-14E8-42EC-88CB-93A1B64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plots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8e35f956540c9"/>
          <a:stretch xmlns:a="http://schemas.openxmlformats.org/drawingml/2006/main"/>
        </p:blipFill>
        <p:spPr>
          <a:xfrm xmlns:a="http://schemas.openxmlformats.org/drawingml/2006/main">
            <a:off x="1466850" y="1257300"/>
            <a:ext cx="9258300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7A6D5-560F-4E01-912F-2BB8D441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proposal plot: depth versus period by Tmag</a:t>
            </a:r>
          </a:p>
        </p:txBody>
      </p:sp>
    </p:spTree>
    <p:extLst>
      <p:ext uri="{BB962C8B-B14F-4D97-AF65-F5344CB8AC3E}">
        <p14:creationId xmlns:p14="http://schemas.microsoft.com/office/powerpoint/2010/main" val="1778646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B6C61-591A-4602-921F-792AF8A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60EB9FB-7D0D-453B-8320-331A048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F2D6749C-547F-4E26-A975-0C10F9E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TALK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9B815-13FC-4F9C-AE32-062F4909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Use S56 / WD 1856 as the gate before scaling.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95F76-1182-4CA2-B83C-D8709A2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A141B-0032-47A9-BF49-C6A83A1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benchmark logic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808504f1f4211"/>
          <a:stretch xmlns:a="http://schemas.openxmlformats.org/drawingml/2006/main"/>
        </p:blipFill>
        <p:spPr>
          <a:xfrm xmlns:a="http://schemas.openxmlformats.org/drawingml/2006/main">
            <a:off x="1093178" y="1200150"/>
            <a:ext cx="5662245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1CC1B-7A6D-421F-8B9F-A62F91E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906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95E0F-58B3-4141-9D2F-0054360F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WD 1856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A2754-449F-4BAE-B3B3-498000B2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mandatory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F029B-1378-4666-B246-D4984F1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E5530-50A1-4342-9924-53DC21E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first 200 s pilot sector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78C74-61D5-4FDE-972C-2B967F71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5767E-2B75-4E17-945C-6D69ECC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 we keep the event and enough cadences?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E0AEF-90A9-44D9-A935-47951027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40713-34FD-413D-BDE0-2852AE3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 faint and negative-flux cases behave?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72179-9C0D-42C3-9F43-A08C7FB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34741-53F5-4315-B614-8AD29D7E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Does it survive ranking and vetting?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07181-B4D0-4279-BB3D-3CDE289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S56 phase-fold benchmark</a:t>
            </a:r>
          </a:p>
        </p:txBody>
      </p:sp>
    </p:spTree>
    <p:extLst>
      <p:ext uri="{BB962C8B-B14F-4D97-AF65-F5344CB8AC3E}">
        <p14:creationId xmlns:p14="http://schemas.microsoft.com/office/powerpoint/2010/main" val="14249696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D12AB-71D0-48CA-BAA0-709D4942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EF2CB873-4756-4474-BC88-6808100A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8069804F-42C3-4FA8-AB2F-3DA2B9A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E7CEF-E76E-489A-A056-EE53F35E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pilot covers real sector geometry.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E4413-87B7-4F5F-B753-1E92294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7EB5-AD7B-4669-BD57-C2653AC3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QC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bfcc16aac4b1c"/>
          <a:stretch xmlns:a="http://schemas.openxmlformats.org/drawingml/2006/main"/>
        </p:blipFill>
        <p:spPr>
          <a:xfrm xmlns:a="http://schemas.openxmlformats.org/drawingml/2006/main">
            <a:off x="2415886" y="1162050"/>
            <a:ext cx="7360227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A82BD-652E-4D29-AFF4-3D9CCC79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TWIRL QC PDF, page 2</a:t>
            </a:r>
          </a:p>
        </p:txBody>
      </p:sp>
    </p:spTree>
    <p:extLst>
      <p:ext uri="{BB962C8B-B14F-4D97-AF65-F5344CB8AC3E}">
        <p14:creationId xmlns:p14="http://schemas.microsoft.com/office/powerpoint/2010/main" val="3942278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C83947-CB61-4907-9BF1-79285F2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0A154E7-002D-4368-AE79-76D4B93F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382B9A3-BC60-411B-ABC1-1F72E850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28053-87A7-4737-85F2-B0A13EFA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useful stress test lives at the faint 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F987-7A3F-4F6A-BCDF-F688C1A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7BDE-2043-462A-BABB-BE80C7AD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QC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053b56ccb420e"/>
          <a:stretch xmlns:a="http://schemas.openxmlformats.org/drawingml/2006/main"/>
        </p:blipFill>
        <p:spPr>
          <a:xfrm xmlns:a="http://schemas.openxmlformats.org/drawingml/2006/main">
            <a:off x="2722563" y="1143000"/>
            <a:ext cx="674687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69BFE-E2BD-4123-9F1E-9ADB0E0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TWIRL QC PDF, page 1</a:t>
            </a:r>
          </a:p>
        </p:txBody>
      </p:sp>
    </p:spTree>
    <p:extLst>
      <p:ext uri="{BB962C8B-B14F-4D97-AF65-F5344CB8AC3E}">
        <p14:creationId xmlns:p14="http://schemas.microsoft.com/office/powerpoint/2010/main" val="20951077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04E2E-E17F-49C7-9505-1020ADA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2226BC0-F63F-40EE-9C9D-02904EF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ED8B224-9CD6-47C1-875E-AD035D4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D2D6C-BEF1-403C-8AF4-8911334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Precision QA needs the expected-flux denominator.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6FA14-B3C2-49A0-8AF5-1D26BF81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2AD3-0D7B-4616-B07B-59CC79D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S56 QC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c6919e98f40ac"/>
          <a:stretch xmlns:a="http://schemas.openxmlformats.org/drawingml/2006/main"/>
        </p:blipFill>
        <p:spPr>
          <a:xfrm xmlns:a="http://schemas.openxmlformats.org/drawingml/2006/main">
            <a:off x="1828800" y="110490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428EF-A827-4FEE-86B3-955A542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206E4-2E9A-4D6D-8B1E-3748064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71107-8928-405C-9DCC-95E20969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Regenerate with expected stellar flux.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2CF21-C6C7-434B-A6BB-4FFDE11D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78816-A9EC-4FA2-8D54-9A4FD83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 not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1C0FD-D21D-48F9-ABD3-962355C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Current DET_FLUX scatter is robust-scale normalized.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37FD0-6DCC-4493-B399-BDE4EC8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601E4-9DAA-4B5C-881E-18369C68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3BDF0-2F3A-4D52-A04F-89CBE2D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Use this as a product-gate plot once fixed.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E9B4D-AB26-4608-919C-C7E49789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Current precision diagnostic; not yet a final physical precision claim</a:t>
            </a:r>
          </a:p>
        </p:txBody>
      </p:sp>
    </p:spTree>
    <p:extLst>
      <p:ext uri="{BB962C8B-B14F-4D97-AF65-F5344CB8AC3E}">
        <p14:creationId xmlns:p14="http://schemas.microsoft.com/office/powerpoint/2010/main" val="1439996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361BF-ED6D-401A-B89A-97D79E9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E673CE8-13C8-474A-B361-BD6B7DF6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3648EBF-D47D-4C67-82B4-457E6A6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9DC51-4059-47B0-914A-A437CE86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benchmark event is visible in the S56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377EB-30AD-4C5A-90CF-207DB403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73594-2ACD-4DFB-B7D5-16990B2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core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9280a3bb4fe3"/>
          <a:stretch xmlns:a="http://schemas.openxmlformats.org/drawingml/2006/main"/>
        </p:blipFill>
        <p:spPr>
          <a:xfrm xmlns:a="http://schemas.openxmlformats.org/drawingml/2006/main">
            <a:off x="2971270" y="1104900"/>
            <a:ext cx="6249460" cy="4895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A7E29-E857-49FC-B855-4531CEC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S56 full light curve</a:t>
            </a:r>
          </a:p>
        </p:txBody>
      </p:sp>
    </p:spTree>
    <p:extLst>
      <p:ext uri="{BB962C8B-B14F-4D97-AF65-F5344CB8AC3E}">
        <p14:creationId xmlns:p14="http://schemas.microsoft.com/office/powerpoint/2010/main" val="566962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45997-CADA-425B-B91F-CC01B5D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EF52BAC-9D1B-447B-AB48-6DF9DE3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64EA272-2AC5-46A0-BB6B-8F0E64F1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51685-F87B-485E-A33D-1B640EB7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Phase-folding turns recovery into an aperture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004A0-B76F-49E4-A0A2-E3E0DB7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EA1C4-6917-41B6-900B-0E26A49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core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7e1291a9b4948"/>
          <a:stretch xmlns:a="http://schemas.openxmlformats.org/drawingml/2006/main"/>
        </p:blipFill>
        <p:spPr>
          <a:xfrm xmlns:a="http://schemas.openxmlformats.org/drawingml/2006/main">
            <a:off x="3084168" y="1200150"/>
            <a:ext cx="602366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401A9-11B7-4128-A4A7-B317B96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S56 phase-fold</a:t>
            </a:r>
          </a:p>
        </p:txBody>
      </p:sp>
    </p:spTree>
    <p:extLst>
      <p:ext uri="{BB962C8B-B14F-4D97-AF65-F5344CB8AC3E}">
        <p14:creationId xmlns:p14="http://schemas.microsoft.com/office/powerpoint/2010/main" val="438173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72D8B0-0A74-4853-B0EE-B0E99B99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D1F24825-786D-4326-B157-D59B910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3977DA1-E578-461E-B73D-F5FB757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37267-623D-4C7D-A14B-84CDCEA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event is deep, short, and aperture-visible.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BCDF6-75D7-458C-9F5E-D585CD4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09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4947E-9A93-49C5-A683-9570089D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core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8edf02562448e"/>
          <a:stretch xmlns:a="http://schemas.openxmlformats.org/drawingml/2006/main"/>
        </p:blipFill>
        <p:spPr>
          <a:xfrm xmlns:a="http://schemas.openxmlformats.org/drawingml/2006/main">
            <a:off x="1322607" y="1162050"/>
            <a:ext cx="5927286" cy="4686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1710D-C99A-4A61-AB63-981B0129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9F1D7-EDEC-4229-A02A-081E4C3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57%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7547-04D5-48F6-B61C-3B50E6A7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published benchmark depth line appears in the plot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BAE2-1914-4A17-8D72-DE928BE9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872C9-59F3-4C1A-936E-2A6021F3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 apertures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0CBCE-C29C-4C56-84EF-DECA7D86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small, medium, and large aperture panels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0B7C1-694C-4DA9-B2EC-337A7465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D5D40-DEC1-47CE-ACC5-D5AB287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1EBBB-78B9-4288-B55B-F2CBECA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what level of aperture agreement is enough?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721EF-81D7-413C-B273-12D4B44C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phase-fold benchmark, S56 TWIRL product</a:t>
            </a:r>
          </a:p>
        </p:txBody>
      </p:sp>
    </p:spTree>
    <p:extLst>
      <p:ext uri="{BB962C8B-B14F-4D97-AF65-F5344CB8AC3E}">
        <p14:creationId xmlns:p14="http://schemas.microsoft.com/office/powerpoint/2010/main" val="4971595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4E2C1-1FBB-4D75-AB01-5D299BB3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9A61F4B6-F94A-4BB4-9CF6-9BD70D94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8D51C29-8755-46BD-8127-6F4B90A6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FAE01-4605-4E54-A579-FCB5095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TWIRL keeps more usable benchmark cadences than QLP.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6629-DF9E-4541-A3B5-43F603A0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10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0A91C-77C4-4143-941C-EA19D4C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core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3ddbc137742cd"/>
          <a:stretch xmlns:a="http://schemas.openxmlformats.org/drawingml/2006/main"/>
        </p:blipFill>
        <p:spPr>
          <a:xfrm xmlns:a="http://schemas.openxmlformats.org/drawingml/2006/main">
            <a:off x="631900" y="1238250"/>
            <a:ext cx="7518249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52CCB-AB1A-49E3-9B51-7F14D096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931D6-1F16-4E55-9F09-2F9B2801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ACC7C-5074-46F2-96B5-BBBE159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cadence retention matters before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83355-F1E3-4021-A2F2-E327AA6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4DC7D-753A-4742-B5F0-B171F829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31046-6C39-4881-B7C8-B4C1AA27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compare event timing and depth directly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53AAC-C41D-49BC-A316-CFDECD8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5F84C-FD55-42E9-BFF5-5030C6C8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acceptance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D6A76-20AE-4C08-A4A2-FAE26560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document failures before production sectors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244A7-8AF3-4F4E-9911-77683D9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v2/v3 comparison</a:t>
            </a:r>
          </a:p>
        </p:txBody>
      </p:sp>
    </p:spTree>
    <p:extLst>
      <p:ext uri="{BB962C8B-B14F-4D97-AF65-F5344CB8AC3E}">
        <p14:creationId xmlns:p14="http://schemas.microsoft.com/office/powerpoint/2010/main" val="3686425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28308-5620-4A79-8060-EA7C268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2EE91EB-C9B4-45A6-9E7E-B0AA3D24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A14442B4-A796-4D76-9CF3-4E6DE24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DETRENDING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37AC-0479-4091-B232-F10AB82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Negative and near-zero fluxes are the scaling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8F61-3D02-4D26-BCF7-6F85D19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28D81-2A02-41AC-BD28-D3B6DD0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detrending risk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cca966f95415d"/>
          <a:stretch xmlns:a="http://schemas.openxmlformats.org/drawingml/2006/main"/>
        </p:blipFill>
        <p:spPr>
          <a:xfrm xmlns:a="http://schemas.openxmlformats.org/drawingml/2006/main">
            <a:off x="943506" y="1200150"/>
            <a:ext cx="6799789" cy="4800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CCA1B-2D94-441D-82C5-678E43D7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99D36-9085-413D-95FF-3EC49E25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preserve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00782-99B4-47AE-AC9D-5A370E99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do not clip legitimate low-flux cadences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95B0D-6B6C-402F-8020-7FFE32A4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AC952-45BE-48DD-ABA0-9BD3DF3F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78B7A-98E3-4A9F-8EC3-7C6DB65E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separate search-scale stability from physical 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B0B71-35FC-4697-9349-2B84EB4A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113F2-9F4E-4DED-A5AE-8615F74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825F9-D1CF-4AEB-AABA-07993D50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check faint-end behavior before scale-up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338AB-D26B-4058-83CD-3B1F5D0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negative-flux quality diagnostic</a:t>
            </a:r>
          </a:p>
        </p:txBody>
      </p:sp>
    </p:spTree>
    <p:extLst>
      <p:ext uri="{BB962C8B-B14F-4D97-AF65-F5344CB8AC3E}">
        <p14:creationId xmlns:p14="http://schemas.microsoft.com/office/powerpoint/2010/main" val="1147928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A8222-A606-453E-A88F-D8A5ACB6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440ADF5D-9DDA-4C7B-B9F0-A9CC986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EDF0DC8-75F6-4C50-BCCF-F76BAB67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DETRENDING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145A6-178E-474C-8062-D584303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Subtractive detrending is safer at low flux.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77A91-2BD6-43BF-8133-A4B862F2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3B409-C628-4F3E-9763-B29F70C5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detrending risk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a5ac452e9476a"/>
          <a:stretch xmlns:a="http://schemas.openxmlformats.org/drawingml/2006/main"/>
        </p:blipFill>
        <p:spPr>
          <a:xfrm xmlns:a="http://schemas.openxmlformats.org/drawingml/2006/main">
            <a:off x="704850" y="1550320"/>
            <a:ext cx="10782300" cy="36621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DAF06-EF47-4696-A035-AD98B22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detrend RMS summary</a:t>
            </a:r>
          </a:p>
        </p:txBody>
      </p:sp>
    </p:spTree>
    <p:extLst>
      <p:ext uri="{BB962C8B-B14F-4D97-AF65-F5344CB8AC3E}">
        <p14:creationId xmlns:p14="http://schemas.microsoft.com/office/powerpoint/2010/main" val="2985829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206EE-F0D6-45D0-A38B-1217B233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C00BE092-2764-4DD5-9E31-7A558EB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8ACD35E9-349D-49E1-B538-7DD4D7F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SEARCH + VETTING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E701-B5F3-4EE1-9F44-79C2B24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Recovery becomes a ranking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88560-74C9-4420-89A7-A3F46603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921B0-7599-4882-9290-FA6DB090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search and vetting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eee955174a2d"/>
          <a:stretch xmlns:a="http://schemas.openxmlformats.org/drawingml/2006/main"/>
        </p:blipFill>
        <p:spPr>
          <a:xfrm xmlns:a="http://schemas.openxmlformats.org/drawingml/2006/main">
            <a:off x="1634289" y="1143000"/>
            <a:ext cx="4313322" cy="4895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57351-82B6-4E9B-AD6B-D5EA601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8B65B-F494-4B30-8F38-0DFC7A4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rank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E958B-85A2-48AC-BB29-17189B70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LEO-vetter top-50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D4A9C-17E6-4813-AD08-11F4F39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A3A90-C7AA-460B-A672-56606209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TIC 267574918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65676-DBC4-450E-8B94-8B1E90E4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WD 1856 benchmark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22622-DECC-44CB-B657-E479AD3B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14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F2F8C-31AA-4664-8A4D-C0AE7BD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1.408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390D8-4A5E-4F16-8B4D-BB08F01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period recovered near expectation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28878-2EE1-4959-B65C-C99BF8B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LEO-vetter S56 top-50 summary</a:t>
            </a:r>
          </a:p>
        </p:txBody>
      </p:sp>
    </p:spTree>
    <p:extLst>
      <p:ext uri="{BB962C8B-B14F-4D97-AF65-F5344CB8AC3E}">
        <p14:creationId xmlns:p14="http://schemas.microsoft.com/office/powerpoint/2010/main" val="506986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44D74-BC3B-415A-8C94-7F7904E3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4EB7ECA0-0370-4E98-ABFB-D6DD222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0B07F764-B81B-4DA6-85DE-11C26424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SEARCH + VETTING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D10DD-A7D7-48E4-A0CC-DA61923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vet sheet is the collaboration audit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81195-FE32-43C3-ADCB-F89A0CC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0292C-7156-4B81-AAA2-EB284904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search and vetting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cfd29a6ee4c37"/>
          <a:stretch xmlns:a="http://schemas.openxmlformats.org/drawingml/2006/main"/>
        </p:blipFill>
        <p:spPr>
          <a:xfrm xmlns:a="http://schemas.openxmlformats.org/drawingml/2006/main">
            <a:off x="2515362" y="1104900"/>
            <a:ext cx="7161276" cy="4838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05892-5911-4981-84A8-4F18F2E4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PC_rank11_tic0267574918 vet sheet</a:t>
            </a:r>
          </a:p>
        </p:txBody>
      </p:sp>
    </p:spTree>
    <p:extLst>
      <p:ext uri="{BB962C8B-B14F-4D97-AF65-F5344CB8AC3E}">
        <p14:creationId xmlns:p14="http://schemas.microsoft.com/office/powerpoint/2010/main" val="13723411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8AC1C-68D0-4BAE-84BB-96DF086F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8B9D99AD-0996-42CB-ADEB-A177551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8201628E-73E7-47F5-A06E-1C89249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BBA92-7B72-4C14-B671-2DF0169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Scope this phase around the benchmark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A950-020A-4B37-A27C-8EA07F0F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5E6EE-23CB-4CBD-B80F-AECC61CF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project scope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c8a63709a4a82"/>
          <a:stretch xmlns:a="http://schemas.openxmlformats.org/drawingml/2006/main"/>
        </p:blipFill>
        <p:spPr>
          <a:xfrm xmlns:a="http://schemas.openxmlformats.org/drawingml/2006/main">
            <a:off x="776732" y="1257300"/>
            <a:ext cx="2770886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05455-4F5B-4925-BE90-A97B41E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B5677-CBBE-4506-8807-12096D6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a1c8bc57a49ca"/>
          <a:stretch xmlns:a="http://schemas.openxmlformats.org/drawingml/2006/main"/>
        </p:blipFill>
        <p:spPr>
          <a:xfrm xmlns:a="http://schemas.openxmlformats.org/drawingml/2006/main">
            <a:off x="4800600" y="125730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9A8D7-A180-494E-8AC8-F6725933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512B0-F33E-4C7C-A88E-07CFCAB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photometric QA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ca4bf91fa404a"/>
          <a:stretch xmlns:a="http://schemas.openxmlformats.org/drawingml/2006/main"/>
        </p:blipFill>
        <p:spPr>
          <a:xfrm xmlns:a="http://schemas.openxmlformats.org/drawingml/2006/main">
            <a:off x="8058150" y="1290766"/>
            <a:ext cx="3143250" cy="212381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7B2C5-E3E4-437B-8502-F609760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CC3F8-10DE-4288-B36E-2574263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vetter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A85E6-EDEE-4BBF-8948-60BC8A69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4F1B7-993A-4EC0-A700-41779C99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S56 product QA, WD 1856 recovery, faint-end detrend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A465A-50B1-4BA3-9416-794DD38E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9EDFC-43B0-4134-BB2D-6C21FF77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053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labeled HLSP refresh, v2-vs-v3 tables, BLS and LEO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A6CDD-C75B-4199-AF90-FDE853A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NOT YET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B8DC0-BB63-4D2C-939E-45F9C1B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053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occurrence claims, ML-first triage, broad follow-up commitments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2B81-4873-40E6-8512-35DB463E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benchmark, photometric QA, and vetter audit artifacts</a:t>
            </a:r>
          </a:p>
        </p:txBody>
      </p:sp>
    </p:spTree>
    <p:extLst>
      <p:ext uri="{BB962C8B-B14F-4D97-AF65-F5344CB8AC3E}">
        <p14:creationId xmlns:p14="http://schemas.microsoft.com/office/powerpoint/2010/main" val="17620450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8E3B9-5B0B-4C36-971C-51BCE7A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51A197D6-7ABB-4B62-AC23-F238802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701165C7-B52C-4A90-BC01-8E6A828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295E9-E679-4B1A-8F01-FC54B2F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Attach collaboration to benchmark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0E122-0946-46C1-A3A1-03556178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F3EEA-A983-4AC4-A12A-243F6F2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C61AC-82D5-4D7C-8331-9ABFCD8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F98BD-0558-406A-B60C-F4C94B6A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5937F-B79C-474F-AB6C-9C98E55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8538B-BD99-4C72-BDEA-CC9B58B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labeled S56 products and provenance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2B35F-850A-4D72-83D5-596629B0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PLOTS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F28B5-EA09-4679-9691-C38CD3C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benchmark evidence and failure modes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1189C-43F5-4CE6-8D0A-C7AD221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FD110-B9AB-4A9B-9828-BE6691A1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clear artifacts for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2670A-A041-46D5-832C-B407F6F7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525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Michelle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88D6C-380F-4B5F-8D4D-73C0ED7E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14A89-6985-48C6-A9F0-7105695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94068-0274-4FB9-BA7C-6FE5DC01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independent validation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7FCE7-93D5-4CEC-8CBC-E36A4472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C7E0F-66AB-43A1-A375-DFEE3DE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candidate and false-positive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E946D-5756-4A5E-BAED-03F7C77A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FOLLOW-UP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45E32-475E-47AD-A387-40036B1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realistic observing constraints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18D6D-A5E6-4881-BF6F-A58E5109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53409-EC87-49D6-8EB1-934DD40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176A3-1128-4FFE-AC00-6FE094FA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CRITERIA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B6584-BE74-48CE-A434-080964FE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evidence unlocks scale-up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37B38-EC1A-4B7A-907F-78DD7008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2A067-9BEF-46EB-8A51-B47EB87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which vetter failures matter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25136-04C8-4996-AD6F-42D4E566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CLAIMS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B2FD0-A3C4-4E1C-9511-9E5A9E1D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where to draw the paper boundary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C13ED-84A8-4D43-A8C0-08E4894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531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Meeting goal: agree on the benchmark evidence, not the whole survey.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DBC784-0E08-4E51-97FF-219496E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working scope for TeHan, Michelle, and group feedback</a:t>
            </a:r>
          </a:p>
        </p:txBody>
      </p:sp>
    </p:spTree>
    <p:extLst>
      <p:ext uri="{BB962C8B-B14F-4D97-AF65-F5344CB8AC3E}">
        <p14:creationId xmlns:p14="http://schemas.microsoft.com/office/powerpoint/2010/main" val="19092880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9308A-A86D-415A-A9CE-D592DF4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60EC43AD-BF0D-4B16-945F-7C11C2F1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6F4E75EF-9DF3-4327-B2A6-B1DCAD5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COMPLETENESS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A084F-AD86-4858-A986-F96BBEC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Injections answer two different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2E64E-7AC3-4EF4-9DAD-FE9EC29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74A3D-AB49-404E-9D0F-D3BD516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injection-recovery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925B7-C7D5-4668-876A-A15F34A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LC-level injections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F4C96-3001-4942-9D87-1C398F68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fast dense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0F401-4199-4B00-993C-0B24695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F4E88-09AD-4D2A-9D1B-642DD31F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HLSP/HDF5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3AFB7-F35D-43B7-BF46-B4EB1818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6870A-98F6-4713-846C-33EEFFC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detrend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394F0-E2EF-4EF4-8422-AEB9395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95101-C602-4F35-AFC2-B8A192B3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BLS + vetter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A19A7-6F81-4CFD-90EA-CBC22880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8F6EF-0B8A-4513-A830-402B364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Tests detrending, search, and vetting on current products.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B9BE1-8A86-46E1-9BB1-C80EA90A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C6B28-8025-45A6-8B6F-21BD974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Cheap enough for dense grids over depth, duration, period, and Tmag.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E01C1-CFC7-42A1-890A-F2B2A27D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13936-3572-4384-AFF8-D8CA987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Does not include extraction, crowding, or deblending failures.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79D43-8FDF-4C4D-9AD5-F6755D1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763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Pixel-level injections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AB45B-172E-4224-9A61-0BA10B1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slower calibration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FAA37-FD23-42BF-BBDF-2A24FD4D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BF218-0197-4F7A-97CE-A7AC3FF7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pixels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EB73E-A896-4CB6-B659-5FD9BB21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431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18F7A-A36B-4144-976A-FB0F9003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ePSF + LC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FCBC8-2B6F-4DE7-8026-D3FE7EF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431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56CDB-69FB-4D1F-AE7E-B61BCDE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574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same stack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DB897-E645-43C0-9F8A-8D7FBD6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67025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09BED-A31A-4ED2-958A-2C5FAEFB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Inject before extraction to include aperture choice and deblending.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BF573-4400-4062-BA58-7DC544E2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9E318-8397-4511-93A8-98F089C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05175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Captures centroid and crowded-field failures.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25C4C-CB77-4987-B98B-BA7D3EF1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85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AF921-1CF8-4B5D-BDEA-D062B0B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Needed before publication-grade occurrence rates.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DB4DF-6C59-4F22-99F8-F1E687C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2450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A6A6A-BBA6-4B64-B8FA-6BEEEA6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792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Dense grid now  -&gt;  pixel calibration next  -&gt;  occurrence-rate claim later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5BE62-4B1B-445A-A2E4-9AB303B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TWIRL Stage 3 design framing</a:t>
            </a:r>
          </a:p>
        </p:txBody>
      </p:sp>
    </p:spTree>
    <p:extLst>
      <p:ext uri="{BB962C8B-B14F-4D97-AF65-F5344CB8AC3E}">
        <p14:creationId xmlns:p14="http://schemas.microsoft.com/office/powerpoint/2010/main" val="10720681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C0EC7-E841-4752-B6E5-32AE5C8C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C013656C-2BD9-48EC-A678-2DC3CC42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F2E48450-BDBB-4A60-8805-AEB3075D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620B-A50C-43C6-A347-9190B599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Questions to ask in the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3E8A9-9467-40CC-8551-560D1A1B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18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5D3AF-88F7-4176-A300-EC6C70A5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661B1-3ADE-4C49-B89E-64BD4B13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Andrew / Kevin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170D6-8023-4FC7-9C82-524D9115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23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would convince you that WD 1856 is recovered well enough?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BC934-48EE-44C0-9812-ED37EC5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E01FC-3A7C-4DCC-8FA3-47562647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Michelle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979DF-0D68-40F8-8C40-05D47195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923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Where should independent validation enter the loop?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07FB9-6F89-4185-BAF2-65D84A18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47080-D583-4BE2-A08B-59EC803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8C529-FD87-4FCC-9AD0-2AB525D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923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Which failure modes block scaling from S56 to production sectors?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7EBD7-DC3C-4482-8CCF-7E00F4A9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88D3A-EFF9-454D-A00C-17E23871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meeting prompts</a:t>
            </a:r>
          </a:p>
        </p:txBody>
      </p:sp>
    </p:spTree>
    <p:extLst>
      <p:ext uri="{BB962C8B-B14F-4D97-AF65-F5344CB8AC3E}">
        <p14:creationId xmlns:p14="http://schemas.microsoft.com/office/powerpoint/2010/main" val="5630875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84DDC-7B37-4714-A26B-90A4697D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253FB7E3-16ED-4764-897B-7D54255F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9F13F789-DFE2-4290-BED5-2A846E0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BDF20-E8DB-43E3-82CA-CB35FFD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only after the benchmark evidence is 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082C2-58C5-495B-A380-332E2E09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19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1D5FC-EFEB-4EA4-BC0B-C7A0CA3F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1FF4-6724-4EFD-A222-01296B0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WD 1856 is the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F9AA-2B48-423E-85A0-3AE733E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53D83-BEDE-4724-AB29-1A82B2D1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plot evidence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E91B2-58C2-4134-8D5D-C1773C7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5B1BC-C202-4E40-B0DA-C0F43B4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8ECAD-E4A6-4A1A-85BE-7F6A2D0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expected-flux precision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55938-76C0-43C7-973B-3CA54C5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product QA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602F1-0E39-472C-AE45-5AC5D1E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BF345-54BD-4385-8514-989FAF6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956E5-C9CC-4809-AA7F-20BBEA8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BFBF"/>
                </a:solidFill>
                <a:latin typeface="Helvetica Neue"/>
                <a:ea typeface="Helvetica Neue"/>
                <a:cs typeface="Helvetica Neue"/>
              </a:rPr>
              <a:t>group decision</a:t>
            </a:r>
          </a:p>
        </p:txBody>
      </p:sp>
    </p:spTree>
    <p:extLst>
      <p:ext uri="{BB962C8B-B14F-4D97-AF65-F5344CB8AC3E}">
        <p14:creationId xmlns:p14="http://schemas.microsoft.com/office/powerpoint/2010/main" val="1307761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2026-06-01T14:19:42.2730000Z</dcterms:created>
  <dcterms:modified xsi:type="dcterms:W3CDTF">2026-06-01T14:19:42.2730000Z</dcterms:modified>
</coreProperties>
</file>